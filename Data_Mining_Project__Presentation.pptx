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1.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08" r:id="rId1"/>
  </p:sldMasterIdLst>
  <p:notesMasterIdLst>
    <p:notesMasterId r:id="rId46"/>
  </p:notesMasterIdLst>
  <p:sldIdLst>
    <p:sldId id="256" r:id="rId2"/>
    <p:sldId id="257" r:id="rId3"/>
    <p:sldId id="258" r:id="rId4"/>
    <p:sldId id="259" r:id="rId5"/>
    <p:sldId id="284" r:id="rId6"/>
    <p:sldId id="285" r:id="rId7"/>
    <p:sldId id="295" r:id="rId8"/>
    <p:sldId id="260" r:id="rId9"/>
    <p:sldId id="281" r:id="rId10"/>
    <p:sldId id="282" r:id="rId11"/>
    <p:sldId id="286" r:id="rId12"/>
    <p:sldId id="283" r:id="rId13"/>
    <p:sldId id="287" r:id="rId14"/>
    <p:sldId id="296" r:id="rId15"/>
    <p:sldId id="262" r:id="rId16"/>
    <p:sldId id="263" r:id="rId17"/>
    <p:sldId id="264" r:id="rId18"/>
    <p:sldId id="271" r:id="rId19"/>
    <p:sldId id="265" r:id="rId20"/>
    <p:sldId id="276" r:id="rId21"/>
    <p:sldId id="297" r:id="rId22"/>
    <p:sldId id="277" r:id="rId23"/>
    <p:sldId id="298" r:id="rId24"/>
    <p:sldId id="278" r:id="rId25"/>
    <p:sldId id="279" r:id="rId26"/>
    <p:sldId id="299" r:id="rId27"/>
    <p:sldId id="300" r:id="rId28"/>
    <p:sldId id="288" r:id="rId29"/>
    <p:sldId id="266" r:id="rId30"/>
    <p:sldId id="267" r:id="rId31"/>
    <p:sldId id="273" r:id="rId32"/>
    <p:sldId id="274" r:id="rId33"/>
    <p:sldId id="275" r:id="rId34"/>
    <p:sldId id="301" r:id="rId35"/>
    <p:sldId id="302" r:id="rId36"/>
    <p:sldId id="268" r:id="rId37"/>
    <p:sldId id="272" r:id="rId38"/>
    <p:sldId id="289" r:id="rId39"/>
    <p:sldId id="291" r:id="rId40"/>
    <p:sldId id="293" r:id="rId41"/>
    <p:sldId id="290" r:id="rId42"/>
    <p:sldId id="292" r:id="rId43"/>
    <p:sldId id="294" r:id="rId44"/>
    <p:sldId id="303" r:id="rId4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529" autoAdjust="0"/>
    <p:restoredTop sz="94660"/>
  </p:normalViewPr>
  <p:slideViewPr>
    <p:cSldViewPr snapToGrid="0">
      <p:cViewPr varScale="1">
        <p:scale>
          <a:sx n="78" d="100"/>
          <a:sy n="78" d="100"/>
        </p:scale>
        <p:origin x="946"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diagrams/colors1.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D77F424-0D35-4154-9D38-1021B9E637F4}" type="doc">
      <dgm:prSet loTypeId="urn:microsoft.com/office/officeart/2008/layout/LinedList" loCatId="list" qsTypeId="urn:microsoft.com/office/officeart/2005/8/quickstyle/simple5" qsCatId="simple" csTypeId="urn:microsoft.com/office/officeart/2005/8/colors/accent2_2" csCatId="accent2" phldr="1"/>
      <dgm:spPr/>
      <dgm:t>
        <a:bodyPr/>
        <a:lstStyle/>
        <a:p>
          <a:endParaRPr lang="en-US"/>
        </a:p>
      </dgm:t>
    </dgm:pt>
    <dgm:pt modelId="{F74EC080-C513-497A-8499-5E6C040274C1}">
      <dgm:prSet/>
      <dgm:spPr/>
      <dgm:t>
        <a:bodyPr/>
        <a:lstStyle/>
        <a:p>
          <a:r>
            <a:rPr lang="en-US" b="1" dirty="0"/>
            <a:t>Implementation using WEKA   	MIDTERM PROJECT</a:t>
          </a:r>
          <a:endParaRPr lang="en-US" dirty="0"/>
        </a:p>
      </dgm:t>
    </dgm:pt>
    <dgm:pt modelId="{95570EBB-8FE5-42C3-90BE-55E18C054D09}" type="parTrans" cxnId="{1E1DAEDE-6C26-4DF3-9262-22F6CC7ADDE4}">
      <dgm:prSet/>
      <dgm:spPr/>
      <dgm:t>
        <a:bodyPr/>
        <a:lstStyle/>
        <a:p>
          <a:endParaRPr lang="en-US"/>
        </a:p>
      </dgm:t>
    </dgm:pt>
    <dgm:pt modelId="{D87AED68-D167-4B5A-B411-0CBBB719CBBB}" type="sibTrans" cxnId="{1E1DAEDE-6C26-4DF3-9262-22F6CC7ADDE4}">
      <dgm:prSet/>
      <dgm:spPr/>
      <dgm:t>
        <a:bodyPr/>
        <a:lstStyle/>
        <a:p>
          <a:endParaRPr lang="en-US"/>
        </a:p>
      </dgm:t>
    </dgm:pt>
    <dgm:pt modelId="{993ABFFE-195D-4F2E-9F67-661410855215}">
      <dgm:prSet/>
      <dgm:spPr/>
      <dgm:t>
        <a:bodyPr/>
        <a:lstStyle/>
        <a:p>
          <a:r>
            <a:rPr lang="en-US"/>
            <a:t>TEAM MEMBERS:</a:t>
          </a:r>
        </a:p>
      </dgm:t>
    </dgm:pt>
    <dgm:pt modelId="{F919A64A-5F78-4AC5-AF11-7979A37E035E}" type="parTrans" cxnId="{E8B2B773-C02E-44ED-B430-FC95DE2C3845}">
      <dgm:prSet/>
      <dgm:spPr/>
      <dgm:t>
        <a:bodyPr/>
        <a:lstStyle/>
        <a:p>
          <a:endParaRPr lang="en-US"/>
        </a:p>
      </dgm:t>
    </dgm:pt>
    <dgm:pt modelId="{3E43C7B2-E189-4D44-A4E5-4B0CA859AF36}" type="sibTrans" cxnId="{E8B2B773-C02E-44ED-B430-FC95DE2C3845}">
      <dgm:prSet/>
      <dgm:spPr/>
      <dgm:t>
        <a:bodyPr/>
        <a:lstStyle/>
        <a:p>
          <a:endParaRPr lang="en-US"/>
        </a:p>
      </dgm:t>
    </dgm:pt>
    <dgm:pt modelId="{1A197A0B-5508-4155-B151-17C74DA4F1E2}">
      <dgm:prSet/>
      <dgm:spPr/>
      <dgm:t>
        <a:bodyPr/>
        <a:lstStyle/>
        <a:p>
          <a:r>
            <a:rPr lang="en-US" dirty="0" err="1"/>
            <a:t>Ehtesham</a:t>
          </a:r>
          <a:r>
            <a:rPr lang="en-US" dirty="0"/>
            <a:t>, Muhammad</a:t>
          </a:r>
        </a:p>
      </dgm:t>
    </dgm:pt>
    <dgm:pt modelId="{3992925F-229B-455C-9913-916B3C110589}" type="parTrans" cxnId="{F38E493B-7642-4147-B0C7-6A24C871F974}">
      <dgm:prSet/>
      <dgm:spPr/>
      <dgm:t>
        <a:bodyPr/>
        <a:lstStyle/>
        <a:p>
          <a:endParaRPr lang="en-US"/>
        </a:p>
      </dgm:t>
    </dgm:pt>
    <dgm:pt modelId="{F1073CEA-8513-4634-8673-56E924C61888}" type="sibTrans" cxnId="{F38E493B-7642-4147-B0C7-6A24C871F974}">
      <dgm:prSet/>
      <dgm:spPr/>
      <dgm:t>
        <a:bodyPr/>
        <a:lstStyle/>
        <a:p>
          <a:endParaRPr lang="en-US"/>
        </a:p>
      </dgm:t>
    </dgm:pt>
    <dgm:pt modelId="{8599EFE5-C3BC-4011-819A-1E1572375FCE}">
      <dgm:prSet/>
      <dgm:spPr/>
      <dgm:t>
        <a:bodyPr/>
        <a:lstStyle/>
        <a:p>
          <a:r>
            <a:rPr lang="en-US"/>
            <a:t>Barde, Bhavesh Pravin</a:t>
          </a:r>
        </a:p>
      </dgm:t>
    </dgm:pt>
    <dgm:pt modelId="{DE39C85C-E90C-4019-BF99-E5B053507CD2}" type="parTrans" cxnId="{1CDBD5D4-7DD0-4565-96BE-C8BFDA50B0B6}">
      <dgm:prSet/>
      <dgm:spPr/>
      <dgm:t>
        <a:bodyPr/>
        <a:lstStyle/>
        <a:p>
          <a:endParaRPr lang="en-US"/>
        </a:p>
      </dgm:t>
    </dgm:pt>
    <dgm:pt modelId="{AB9AAEA2-9C9A-4745-89A4-398150DBEE6B}" type="sibTrans" cxnId="{1CDBD5D4-7DD0-4565-96BE-C8BFDA50B0B6}">
      <dgm:prSet/>
      <dgm:spPr/>
      <dgm:t>
        <a:bodyPr/>
        <a:lstStyle/>
        <a:p>
          <a:endParaRPr lang="en-US"/>
        </a:p>
      </dgm:t>
    </dgm:pt>
    <dgm:pt modelId="{AEF001E2-8603-4D03-B6DD-616957333C50}">
      <dgm:prSet/>
      <dgm:spPr/>
      <dgm:t>
        <a:bodyPr/>
        <a:lstStyle/>
        <a:p>
          <a:r>
            <a:rPr lang="en-US"/>
            <a:t>Jha, Shivam</a:t>
          </a:r>
        </a:p>
      </dgm:t>
    </dgm:pt>
    <dgm:pt modelId="{A82D83C8-1AE1-44F6-8108-D437F33D1B40}" type="parTrans" cxnId="{8E135E94-25FA-40EB-96AD-284493D9704B}">
      <dgm:prSet/>
      <dgm:spPr/>
      <dgm:t>
        <a:bodyPr/>
        <a:lstStyle/>
        <a:p>
          <a:endParaRPr lang="en-US"/>
        </a:p>
      </dgm:t>
    </dgm:pt>
    <dgm:pt modelId="{DCFBA163-AB13-4FE6-88EE-26A4D5CCBACF}" type="sibTrans" cxnId="{8E135E94-25FA-40EB-96AD-284493D9704B}">
      <dgm:prSet/>
      <dgm:spPr/>
      <dgm:t>
        <a:bodyPr/>
        <a:lstStyle/>
        <a:p>
          <a:endParaRPr lang="en-US"/>
        </a:p>
      </dgm:t>
    </dgm:pt>
    <dgm:pt modelId="{B3DD3D7F-FB49-4B63-B5C6-11216EE64A16}">
      <dgm:prSet/>
      <dgm:spPr/>
      <dgm:t>
        <a:bodyPr/>
        <a:lstStyle/>
        <a:p>
          <a:r>
            <a:rPr lang="en-US"/>
            <a:t>Punmiya, Yogesh Mahipal</a:t>
          </a:r>
        </a:p>
      </dgm:t>
    </dgm:pt>
    <dgm:pt modelId="{130D307D-F83F-426A-88FA-83CCD9465263}" type="parTrans" cxnId="{EB2418F0-E143-4D33-A2E1-15E36E5DD3D8}">
      <dgm:prSet/>
      <dgm:spPr/>
      <dgm:t>
        <a:bodyPr/>
        <a:lstStyle/>
        <a:p>
          <a:endParaRPr lang="en-US"/>
        </a:p>
      </dgm:t>
    </dgm:pt>
    <dgm:pt modelId="{B7051178-E2AC-48B4-8332-796E27AEA6C1}" type="sibTrans" cxnId="{EB2418F0-E143-4D33-A2E1-15E36E5DD3D8}">
      <dgm:prSet/>
      <dgm:spPr/>
      <dgm:t>
        <a:bodyPr/>
        <a:lstStyle/>
        <a:p>
          <a:endParaRPr lang="en-US"/>
        </a:p>
      </dgm:t>
    </dgm:pt>
    <dgm:pt modelId="{5B0E1BA2-2FE7-4072-9407-738B18CD06FC}">
      <dgm:prSet/>
      <dgm:spPr/>
      <dgm:t>
        <a:bodyPr/>
        <a:lstStyle/>
        <a:p>
          <a:r>
            <a:rPr lang="en-US"/>
            <a:t>Vishwanath, Nithish Kumar</a:t>
          </a:r>
        </a:p>
      </dgm:t>
    </dgm:pt>
    <dgm:pt modelId="{50D195C5-AC19-4B59-A31E-5D75C0C638F4}" type="parTrans" cxnId="{D57AA175-15C1-4E99-9AFB-321C424E3A73}">
      <dgm:prSet/>
      <dgm:spPr/>
      <dgm:t>
        <a:bodyPr/>
        <a:lstStyle/>
        <a:p>
          <a:endParaRPr lang="en-US"/>
        </a:p>
      </dgm:t>
    </dgm:pt>
    <dgm:pt modelId="{8F2C9494-5E0F-465A-9DB4-B6B44B3CA008}" type="sibTrans" cxnId="{D57AA175-15C1-4E99-9AFB-321C424E3A73}">
      <dgm:prSet/>
      <dgm:spPr/>
      <dgm:t>
        <a:bodyPr/>
        <a:lstStyle/>
        <a:p>
          <a:endParaRPr lang="en-US"/>
        </a:p>
      </dgm:t>
    </dgm:pt>
    <dgm:pt modelId="{BD128363-3338-4958-83BD-786A6A7803C0}">
      <dgm:prSet/>
      <dgm:spPr/>
      <dgm:t>
        <a:bodyPr/>
        <a:lstStyle/>
        <a:p>
          <a:endParaRPr lang="en-US" dirty="0"/>
        </a:p>
      </dgm:t>
    </dgm:pt>
    <dgm:pt modelId="{F5C4AC70-96FB-4602-878C-B08D8665DD53}" type="parTrans" cxnId="{1761C717-ABCF-4B93-8780-5DE83BFBF12B}">
      <dgm:prSet/>
      <dgm:spPr/>
      <dgm:t>
        <a:bodyPr/>
        <a:lstStyle/>
        <a:p>
          <a:endParaRPr lang="en-US"/>
        </a:p>
      </dgm:t>
    </dgm:pt>
    <dgm:pt modelId="{85F8C6D3-F5C7-4674-87F1-E08EEA13685B}" type="sibTrans" cxnId="{1761C717-ABCF-4B93-8780-5DE83BFBF12B}">
      <dgm:prSet/>
      <dgm:spPr/>
      <dgm:t>
        <a:bodyPr/>
        <a:lstStyle/>
        <a:p>
          <a:endParaRPr lang="en-US"/>
        </a:p>
      </dgm:t>
    </dgm:pt>
    <dgm:pt modelId="{4838E82F-7BD5-4C97-BFD9-5BDD552A714E}" type="pres">
      <dgm:prSet presAssocID="{1D77F424-0D35-4154-9D38-1021B9E637F4}" presName="vert0" presStyleCnt="0">
        <dgm:presLayoutVars>
          <dgm:dir/>
          <dgm:animOne val="branch"/>
          <dgm:animLvl val="lvl"/>
        </dgm:presLayoutVars>
      </dgm:prSet>
      <dgm:spPr/>
    </dgm:pt>
    <dgm:pt modelId="{F561F13C-2516-4D84-B31B-61CA2918E28A}" type="pres">
      <dgm:prSet presAssocID="{F74EC080-C513-497A-8499-5E6C040274C1}" presName="thickLine" presStyleLbl="alignNode1" presStyleIdx="0" presStyleCnt="8"/>
      <dgm:spPr/>
    </dgm:pt>
    <dgm:pt modelId="{5EE3FADA-5318-4BB7-B106-21E53A385DFB}" type="pres">
      <dgm:prSet presAssocID="{F74EC080-C513-497A-8499-5E6C040274C1}" presName="horz1" presStyleCnt="0"/>
      <dgm:spPr/>
    </dgm:pt>
    <dgm:pt modelId="{F3160927-75E7-468C-A35E-D24025A2D9FC}" type="pres">
      <dgm:prSet presAssocID="{F74EC080-C513-497A-8499-5E6C040274C1}" presName="tx1" presStyleLbl="revTx" presStyleIdx="0" presStyleCnt="8"/>
      <dgm:spPr/>
    </dgm:pt>
    <dgm:pt modelId="{2269A558-BCEC-4AF6-9BAC-2DEE838B7877}" type="pres">
      <dgm:prSet presAssocID="{F74EC080-C513-497A-8499-5E6C040274C1}" presName="vert1" presStyleCnt="0"/>
      <dgm:spPr/>
    </dgm:pt>
    <dgm:pt modelId="{F3450197-BEF1-4BCF-A60C-B927BD364EB5}" type="pres">
      <dgm:prSet presAssocID="{993ABFFE-195D-4F2E-9F67-661410855215}" presName="thickLine" presStyleLbl="alignNode1" presStyleIdx="1" presStyleCnt="8"/>
      <dgm:spPr/>
    </dgm:pt>
    <dgm:pt modelId="{3A36488E-A379-4945-9482-3E58BFB89F73}" type="pres">
      <dgm:prSet presAssocID="{993ABFFE-195D-4F2E-9F67-661410855215}" presName="horz1" presStyleCnt="0"/>
      <dgm:spPr/>
    </dgm:pt>
    <dgm:pt modelId="{2A0A15A3-B7E0-48EA-A605-9F8E7EB1013A}" type="pres">
      <dgm:prSet presAssocID="{993ABFFE-195D-4F2E-9F67-661410855215}" presName="tx1" presStyleLbl="revTx" presStyleIdx="1" presStyleCnt="8"/>
      <dgm:spPr/>
    </dgm:pt>
    <dgm:pt modelId="{5EF597ED-C155-4BF3-BFCC-34C8808DA1A2}" type="pres">
      <dgm:prSet presAssocID="{993ABFFE-195D-4F2E-9F67-661410855215}" presName="vert1" presStyleCnt="0"/>
      <dgm:spPr/>
    </dgm:pt>
    <dgm:pt modelId="{1510EAA1-A426-49AC-BFB1-D11E8445493E}" type="pres">
      <dgm:prSet presAssocID="{1A197A0B-5508-4155-B151-17C74DA4F1E2}" presName="thickLine" presStyleLbl="alignNode1" presStyleIdx="2" presStyleCnt="8"/>
      <dgm:spPr/>
    </dgm:pt>
    <dgm:pt modelId="{D4BF40BB-BF9D-44C9-A93E-7A3F6EA4A058}" type="pres">
      <dgm:prSet presAssocID="{1A197A0B-5508-4155-B151-17C74DA4F1E2}" presName="horz1" presStyleCnt="0"/>
      <dgm:spPr/>
    </dgm:pt>
    <dgm:pt modelId="{3819766D-C522-4E41-A5D7-50582FCD2926}" type="pres">
      <dgm:prSet presAssocID="{1A197A0B-5508-4155-B151-17C74DA4F1E2}" presName="tx1" presStyleLbl="revTx" presStyleIdx="2" presStyleCnt="8"/>
      <dgm:spPr/>
    </dgm:pt>
    <dgm:pt modelId="{6B7B4517-56D6-42D4-84FC-7E12DE092215}" type="pres">
      <dgm:prSet presAssocID="{1A197A0B-5508-4155-B151-17C74DA4F1E2}" presName="vert1" presStyleCnt="0"/>
      <dgm:spPr/>
    </dgm:pt>
    <dgm:pt modelId="{297D43DD-4082-491C-8224-34F5F1A7C27C}" type="pres">
      <dgm:prSet presAssocID="{8599EFE5-C3BC-4011-819A-1E1572375FCE}" presName="thickLine" presStyleLbl="alignNode1" presStyleIdx="3" presStyleCnt="8"/>
      <dgm:spPr/>
    </dgm:pt>
    <dgm:pt modelId="{5A6F4DB1-BBFD-44E4-8A7C-69166C1B9ED6}" type="pres">
      <dgm:prSet presAssocID="{8599EFE5-C3BC-4011-819A-1E1572375FCE}" presName="horz1" presStyleCnt="0"/>
      <dgm:spPr/>
    </dgm:pt>
    <dgm:pt modelId="{B3D20B0B-DEC7-4D9E-AA3B-CF0FBB080FDD}" type="pres">
      <dgm:prSet presAssocID="{8599EFE5-C3BC-4011-819A-1E1572375FCE}" presName="tx1" presStyleLbl="revTx" presStyleIdx="3" presStyleCnt="8"/>
      <dgm:spPr/>
    </dgm:pt>
    <dgm:pt modelId="{5DF77032-4CBB-4914-987B-B2C2C25C00A4}" type="pres">
      <dgm:prSet presAssocID="{8599EFE5-C3BC-4011-819A-1E1572375FCE}" presName="vert1" presStyleCnt="0"/>
      <dgm:spPr/>
    </dgm:pt>
    <dgm:pt modelId="{9BB47C0D-B219-4127-8CF9-2A91174FCF22}" type="pres">
      <dgm:prSet presAssocID="{AEF001E2-8603-4D03-B6DD-616957333C50}" presName="thickLine" presStyleLbl="alignNode1" presStyleIdx="4" presStyleCnt="8"/>
      <dgm:spPr/>
    </dgm:pt>
    <dgm:pt modelId="{5FBF9D27-20C4-4A84-BB69-A3B90817E9B4}" type="pres">
      <dgm:prSet presAssocID="{AEF001E2-8603-4D03-B6DD-616957333C50}" presName="horz1" presStyleCnt="0"/>
      <dgm:spPr/>
    </dgm:pt>
    <dgm:pt modelId="{3EC9C743-C975-46FD-A0BE-080072DB47FB}" type="pres">
      <dgm:prSet presAssocID="{AEF001E2-8603-4D03-B6DD-616957333C50}" presName="tx1" presStyleLbl="revTx" presStyleIdx="4" presStyleCnt="8"/>
      <dgm:spPr/>
    </dgm:pt>
    <dgm:pt modelId="{6BE54B7F-740A-4AC9-BE17-E0D6B7663D60}" type="pres">
      <dgm:prSet presAssocID="{AEF001E2-8603-4D03-B6DD-616957333C50}" presName="vert1" presStyleCnt="0"/>
      <dgm:spPr/>
    </dgm:pt>
    <dgm:pt modelId="{F3EA5CE1-0F8D-48E8-BD8A-E535078AC928}" type="pres">
      <dgm:prSet presAssocID="{B3DD3D7F-FB49-4B63-B5C6-11216EE64A16}" presName="thickLine" presStyleLbl="alignNode1" presStyleIdx="5" presStyleCnt="8"/>
      <dgm:spPr/>
    </dgm:pt>
    <dgm:pt modelId="{81B7EDA6-FF6B-418E-91B7-566F7E7F14E2}" type="pres">
      <dgm:prSet presAssocID="{B3DD3D7F-FB49-4B63-B5C6-11216EE64A16}" presName="horz1" presStyleCnt="0"/>
      <dgm:spPr/>
    </dgm:pt>
    <dgm:pt modelId="{778136F9-A1C4-40C2-B024-69A349543E9E}" type="pres">
      <dgm:prSet presAssocID="{B3DD3D7F-FB49-4B63-B5C6-11216EE64A16}" presName="tx1" presStyleLbl="revTx" presStyleIdx="5" presStyleCnt="8"/>
      <dgm:spPr/>
    </dgm:pt>
    <dgm:pt modelId="{F6FB6B12-AFC4-4C72-8917-A417E4D88407}" type="pres">
      <dgm:prSet presAssocID="{B3DD3D7F-FB49-4B63-B5C6-11216EE64A16}" presName="vert1" presStyleCnt="0"/>
      <dgm:spPr/>
    </dgm:pt>
    <dgm:pt modelId="{D1436DF7-7270-487B-B69A-EB7C404E173B}" type="pres">
      <dgm:prSet presAssocID="{5B0E1BA2-2FE7-4072-9407-738B18CD06FC}" presName="thickLine" presStyleLbl="alignNode1" presStyleIdx="6" presStyleCnt="8"/>
      <dgm:spPr/>
    </dgm:pt>
    <dgm:pt modelId="{CB777EF8-4467-4211-B5A2-650AFD5B0121}" type="pres">
      <dgm:prSet presAssocID="{5B0E1BA2-2FE7-4072-9407-738B18CD06FC}" presName="horz1" presStyleCnt="0"/>
      <dgm:spPr/>
    </dgm:pt>
    <dgm:pt modelId="{F3759217-898D-4A79-95D7-736625D7083F}" type="pres">
      <dgm:prSet presAssocID="{5B0E1BA2-2FE7-4072-9407-738B18CD06FC}" presName="tx1" presStyleLbl="revTx" presStyleIdx="6" presStyleCnt="8"/>
      <dgm:spPr/>
    </dgm:pt>
    <dgm:pt modelId="{08975B25-6F23-4AA4-9AA7-169DD9026434}" type="pres">
      <dgm:prSet presAssocID="{5B0E1BA2-2FE7-4072-9407-738B18CD06FC}" presName="vert1" presStyleCnt="0"/>
      <dgm:spPr/>
    </dgm:pt>
    <dgm:pt modelId="{5D38DA1D-6F58-4315-ABEF-3F973435CDBF}" type="pres">
      <dgm:prSet presAssocID="{BD128363-3338-4958-83BD-786A6A7803C0}" presName="thickLine" presStyleLbl="alignNode1" presStyleIdx="7" presStyleCnt="8"/>
      <dgm:spPr/>
    </dgm:pt>
    <dgm:pt modelId="{B43B19C5-3AAE-4E65-91AD-23D5F57E3C49}" type="pres">
      <dgm:prSet presAssocID="{BD128363-3338-4958-83BD-786A6A7803C0}" presName="horz1" presStyleCnt="0"/>
      <dgm:spPr/>
    </dgm:pt>
    <dgm:pt modelId="{104070C4-648E-4628-AC4F-E852E5EFF08E}" type="pres">
      <dgm:prSet presAssocID="{BD128363-3338-4958-83BD-786A6A7803C0}" presName="tx1" presStyleLbl="revTx" presStyleIdx="7" presStyleCnt="8"/>
      <dgm:spPr/>
    </dgm:pt>
    <dgm:pt modelId="{6C432396-9498-4ED2-A4C3-55DF6DE7266D}" type="pres">
      <dgm:prSet presAssocID="{BD128363-3338-4958-83BD-786A6A7803C0}" presName="vert1" presStyleCnt="0"/>
      <dgm:spPr/>
    </dgm:pt>
  </dgm:ptLst>
  <dgm:cxnLst>
    <dgm:cxn modelId="{6BC14202-E702-49F5-88D8-6EF38B9507F0}" type="presOf" srcId="{F74EC080-C513-497A-8499-5E6C040274C1}" destId="{F3160927-75E7-468C-A35E-D24025A2D9FC}" srcOrd="0" destOrd="0" presId="urn:microsoft.com/office/officeart/2008/layout/LinedList"/>
    <dgm:cxn modelId="{1761C717-ABCF-4B93-8780-5DE83BFBF12B}" srcId="{1D77F424-0D35-4154-9D38-1021B9E637F4}" destId="{BD128363-3338-4958-83BD-786A6A7803C0}" srcOrd="7" destOrd="0" parTransId="{F5C4AC70-96FB-4602-878C-B08D8665DD53}" sibTransId="{85F8C6D3-F5C7-4674-87F1-E08EEA13685B}"/>
    <dgm:cxn modelId="{F38E493B-7642-4147-B0C7-6A24C871F974}" srcId="{1D77F424-0D35-4154-9D38-1021B9E637F4}" destId="{1A197A0B-5508-4155-B151-17C74DA4F1E2}" srcOrd="2" destOrd="0" parTransId="{3992925F-229B-455C-9913-916B3C110589}" sibTransId="{F1073CEA-8513-4634-8673-56E924C61888}"/>
    <dgm:cxn modelId="{D127053C-D667-4CDA-AB90-D6F82D827F9E}" type="presOf" srcId="{AEF001E2-8603-4D03-B6DD-616957333C50}" destId="{3EC9C743-C975-46FD-A0BE-080072DB47FB}" srcOrd="0" destOrd="0" presId="urn:microsoft.com/office/officeart/2008/layout/LinedList"/>
    <dgm:cxn modelId="{E8B2B773-C02E-44ED-B430-FC95DE2C3845}" srcId="{1D77F424-0D35-4154-9D38-1021B9E637F4}" destId="{993ABFFE-195D-4F2E-9F67-661410855215}" srcOrd="1" destOrd="0" parTransId="{F919A64A-5F78-4AC5-AF11-7979A37E035E}" sibTransId="{3E43C7B2-E189-4D44-A4E5-4B0CA859AF36}"/>
    <dgm:cxn modelId="{D57AA175-15C1-4E99-9AFB-321C424E3A73}" srcId="{1D77F424-0D35-4154-9D38-1021B9E637F4}" destId="{5B0E1BA2-2FE7-4072-9407-738B18CD06FC}" srcOrd="6" destOrd="0" parTransId="{50D195C5-AC19-4B59-A31E-5D75C0C638F4}" sibTransId="{8F2C9494-5E0F-465A-9DB4-B6B44B3CA008}"/>
    <dgm:cxn modelId="{CC97687A-7C52-4D66-85CE-07E8FFFCA389}" type="presOf" srcId="{5B0E1BA2-2FE7-4072-9407-738B18CD06FC}" destId="{F3759217-898D-4A79-95D7-736625D7083F}" srcOrd="0" destOrd="0" presId="urn:microsoft.com/office/officeart/2008/layout/LinedList"/>
    <dgm:cxn modelId="{9A7D658A-F72C-4D79-8915-75321F73AF90}" type="presOf" srcId="{BD128363-3338-4958-83BD-786A6A7803C0}" destId="{104070C4-648E-4628-AC4F-E852E5EFF08E}" srcOrd="0" destOrd="0" presId="urn:microsoft.com/office/officeart/2008/layout/LinedList"/>
    <dgm:cxn modelId="{8E135E94-25FA-40EB-96AD-284493D9704B}" srcId="{1D77F424-0D35-4154-9D38-1021B9E637F4}" destId="{AEF001E2-8603-4D03-B6DD-616957333C50}" srcOrd="4" destOrd="0" parTransId="{A82D83C8-1AE1-44F6-8108-D437F33D1B40}" sibTransId="{DCFBA163-AB13-4FE6-88EE-26A4D5CCBACF}"/>
    <dgm:cxn modelId="{70F4F1A7-27D2-4673-AF09-00BF81A20477}" type="presOf" srcId="{8599EFE5-C3BC-4011-819A-1E1572375FCE}" destId="{B3D20B0B-DEC7-4D9E-AA3B-CF0FBB080FDD}" srcOrd="0" destOrd="0" presId="urn:microsoft.com/office/officeart/2008/layout/LinedList"/>
    <dgm:cxn modelId="{E8AD28AD-5474-4748-A752-34983D623446}" type="presOf" srcId="{1D77F424-0D35-4154-9D38-1021B9E637F4}" destId="{4838E82F-7BD5-4C97-BFD9-5BDD552A714E}" srcOrd="0" destOrd="0" presId="urn:microsoft.com/office/officeart/2008/layout/LinedList"/>
    <dgm:cxn modelId="{9E01F4B1-700B-4AA4-B614-A9B6C34A2E0B}" type="presOf" srcId="{1A197A0B-5508-4155-B151-17C74DA4F1E2}" destId="{3819766D-C522-4E41-A5D7-50582FCD2926}" srcOrd="0" destOrd="0" presId="urn:microsoft.com/office/officeart/2008/layout/LinedList"/>
    <dgm:cxn modelId="{1CDBD5D4-7DD0-4565-96BE-C8BFDA50B0B6}" srcId="{1D77F424-0D35-4154-9D38-1021B9E637F4}" destId="{8599EFE5-C3BC-4011-819A-1E1572375FCE}" srcOrd="3" destOrd="0" parTransId="{DE39C85C-E90C-4019-BF99-E5B053507CD2}" sibTransId="{AB9AAEA2-9C9A-4745-89A4-398150DBEE6B}"/>
    <dgm:cxn modelId="{890C95DC-C76A-4662-A319-F70A3E5E1259}" type="presOf" srcId="{B3DD3D7F-FB49-4B63-B5C6-11216EE64A16}" destId="{778136F9-A1C4-40C2-B024-69A349543E9E}" srcOrd="0" destOrd="0" presId="urn:microsoft.com/office/officeart/2008/layout/LinedList"/>
    <dgm:cxn modelId="{1E1DAEDE-6C26-4DF3-9262-22F6CC7ADDE4}" srcId="{1D77F424-0D35-4154-9D38-1021B9E637F4}" destId="{F74EC080-C513-497A-8499-5E6C040274C1}" srcOrd="0" destOrd="0" parTransId="{95570EBB-8FE5-42C3-90BE-55E18C054D09}" sibTransId="{D87AED68-D167-4B5A-B411-0CBBB719CBBB}"/>
    <dgm:cxn modelId="{898143ED-85EB-4FB1-9AF3-02BF9E0F7B1E}" type="presOf" srcId="{993ABFFE-195D-4F2E-9F67-661410855215}" destId="{2A0A15A3-B7E0-48EA-A605-9F8E7EB1013A}" srcOrd="0" destOrd="0" presId="urn:microsoft.com/office/officeart/2008/layout/LinedList"/>
    <dgm:cxn modelId="{EB2418F0-E143-4D33-A2E1-15E36E5DD3D8}" srcId="{1D77F424-0D35-4154-9D38-1021B9E637F4}" destId="{B3DD3D7F-FB49-4B63-B5C6-11216EE64A16}" srcOrd="5" destOrd="0" parTransId="{130D307D-F83F-426A-88FA-83CCD9465263}" sibTransId="{B7051178-E2AC-48B4-8332-796E27AEA6C1}"/>
    <dgm:cxn modelId="{2D7D2A41-D9C7-4DA4-BB06-6324CD9A73D0}" type="presParOf" srcId="{4838E82F-7BD5-4C97-BFD9-5BDD552A714E}" destId="{F561F13C-2516-4D84-B31B-61CA2918E28A}" srcOrd="0" destOrd="0" presId="urn:microsoft.com/office/officeart/2008/layout/LinedList"/>
    <dgm:cxn modelId="{F2C733F2-A4FC-4ACD-B396-88708C8BB949}" type="presParOf" srcId="{4838E82F-7BD5-4C97-BFD9-5BDD552A714E}" destId="{5EE3FADA-5318-4BB7-B106-21E53A385DFB}" srcOrd="1" destOrd="0" presId="urn:microsoft.com/office/officeart/2008/layout/LinedList"/>
    <dgm:cxn modelId="{EA1A1571-2361-48E3-B6CD-E59AEBA174C6}" type="presParOf" srcId="{5EE3FADA-5318-4BB7-B106-21E53A385DFB}" destId="{F3160927-75E7-468C-A35E-D24025A2D9FC}" srcOrd="0" destOrd="0" presId="urn:microsoft.com/office/officeart/2008/layout/LinedList"/>
    <dgm:cxn modelId="{82F32795-F563-475C-8878-435F17118DED}" type="presParOf" srcId="{5EE3FADA-5318-4BB7-B106-21E53A385DFB}" destId="{2269A558-BCEC-4AF6-9BAC-2DEE838B7877}" srcOrd="1" destOrd="0" presId="urn:microsoft.com/office/officeart/2008/layout/LinedList"/>
    <dgm:cxn modelId="{08D07B4F-10C2-46E2-B2EA-99937237E328}" type="presParOf" srcId="{4838E82F-7BD5-4C97-BFD9-5BDD552A714E}" destId="{F3450197-BEF1-4BCF-A60C-B927BD364EB5}" srcOrd="2" destOrd="0" presId="urn:microsoft.com/office/officeart/2008/layout/LinedList"/>
    <dgm:cxn modelId="{8C002EF8-117E-4108-8FBE-FA7CC56F47D3}" type="presParOf" srcId="{4838E82F-7BD5-4C97-BFD9-5BDD552A714E}" destId="{3A36488E-A379-4945-9482-3E58BFB89F73}" srcOrd="3" destOrd="0" presId="urn:microsoft.com/office/officeart/2008/layout/LinedList"/>
    <dgm:cxn modelId="{37B814FE-2493-4FD2-BB40-2F0AF53A1E2A}" type="presParOf" srcId="{3A36488E-A379-4945-9482-3E58BFB89F73}" destId="{2A0A15A3-B7E0-48EA-A605-9F8E7EB1013A}" srcOrd="0" destOrd="0" presId="urn:microsoft.com/office/officeart/2008/layout/LinedList"/>
    <dgm:cxn modelId="{9B07BEDC-89B2-4895-A085-7CC8DF82B350}" type="presParOf" srcId="{3A36488E-A379-4945-9482-3E58BFB89F73}" destId="{5EF597ED-C155-4BF3-BFCC-34C8808DA1A2}" srcOrd="1" destOrd="0" presId="urn:microsoft.com/office/officeart/2008/layout/LinedList"/>
    <dgm:cxn modelId="{7D63AF90-9A88-4BC8-9D1D-C8931767C7F2}" type="presParOf" srcId="{4838E82F-7BD5-4C97-BFD9-5BDD552A714E}" destId="{1510EAA1-A426-49AC-BFB1-D11E8445493E}" srcOrd="4" destOrd="0" presId="urn:microsoft.com/office/officeart/2008/layout/LinedList"/>
    <dgm:cxn modelId="{DB9A0AF1-9D6A-43B2-B1BA-E3D3F53A9462}" type="presParOf" srcId="{4838E82F-7BD5-4C97-BFD9-5BDD552A714E}" destId="{D4BF40BB-BF9D-44C9-A93E-7A3F6EA4A058}" srcOrd="5" destOrd="0" presId="urn:microsoft.com/office/officeart/2008/layout/LinedList"/>
    <dgm:cxn modelId="{2AC114EB-F153-4BE2-9DFE-8E7478A75AF5}" type="presParOf" srcId="{D4BF40BB-BF9D-44C9-A93E-7A3F6EA4A058}" destId="{3819766D-C522-4E41-A5D7-50582FCD2926}" srcOrd="0" destOrd="0" presId="urn:microsoft.com/office/officeart/2008/layout/LinedList"/>
    <dgm:cxn modelId="{5272B626-8206-4E31-B71C-773E544EDAEA}" type="presParOf" srcId="{D4BF40BB-BF9D-44C9-A93E-7A3F6EA4A058}" destId="{6B7B4517-56D6-42D4-84FC-7E12DE092215}" srcOrd="1" destOrd="0" presId="urn:microsoft.com/office/officeart/2008/layout/LinedList"/>
    <dgm:cxn modelId="{4A7F7FD1-D890-4F01-9A8D-C0C51336B57F}" type="presParOf" srcId="{4838E82F-7BD5-4C97-BFD9-5BDD552A714E}" destId="{297D43DD-4082-491C-8224-34F5F1A7C27C}" srcOrd="6" destOrd="0" presId="urn:microsoft.com/office/officeart/2008/layout/LinedList"/>
    <dgm:cxn modelId="{EE3D0080-4A7C-4A3D-985F-93C9AC1338F2}" type="presParOf" srcId="{4838E82F-7BD5-4C97-BFD9-5BDD552A714E}" destId="{5A6F4DB1-BBFD-44E4-8A7C-69166C1B9ED6}" srcOrd="7" destOrd="0" presId="urn:microsoft.com/office/officeart/2008/layout/LinedList"/>
    <dgm:cxn modelId="{97E08BB4-CBC6-4E4E-98C3-C0DC0728335F}" type="presParOf" srcId="{5A6F4DB1-BBFD-44E4-8A7C-69166C1B9ED6}" destId="{B3D20B0B-DEC7-4D9E-AA3B-CF0FBB080FDD}" srcOrd="0" destOrd="0" presId="urn:microsoft.com/office/officeart/2008/layout/LinedList"/>
    <dgm:cxn modelId="{5D6A497F-2F3F-41FB-A921-16A619DC6E66}" type="presParOf" srcId="{5A6F4DB1-BBFD-44E4-8A7C-69166C1B9ED6}" destId="{5DF77032-4CBB-4914-987B-B2C2C25C00A4}" srcOrd="1" destOrd="0" presId="urn:microsoft.com/office/officeart/2008/layout/LinedList"/>
    <dgm:cxn modelId="{1CC60973-35C9-49F4-8C55-945A5B58E514}" type="presParOf" srcId="{4838E82F-7BD5-4C97-BFD9-5BDD552A714E}" destId="{9BB47C0D-B219-4127-8CF9-2A91174FCF22}" srcOrd="8" destOrd="0" presId="urn:microsoft.com/office/officeart/2008/layout/LinedList"/>
    <dgm:cxn modelId="{803EAD25-3470-4B82-AE4F-2E1758F3E3D1}" type="presParOf" srcId="{4838E82F-7BD5-4C97-BFD9-5BDD552A714E}" destId="{5FBF9D27-20C4-4A84-BB69-A3B90817E9B4}" srcOrd="9" destOrd="0" presId="urn:microsoft.com/office/officeart/2008/layout/LinedList"/>
    <dgm:cxn modelId="{C550FACE-6C7D-4B3C-B421-24C466292838}" type="presParOf" srcId="{5FBF9D27-20C4-4A84-BB69-A3B90817E9B4}" destId="{3EC9C743-C975-46FD-A0BE-080072DB47FB}" srcOrd="0" destOrd="0" presId="urn:microsoft.com/office/officeart/2008/layout/LinedList"/>
    <dgm:cxn modelId="{383FAF1D-5CF8-4568-AD97-8A9A9F881926}" type="presParOf" srcId="{5FBF9D27-20C4-4A84-BB69-A3B90817E9B4}" destId="{6BE54B7F-740A-4AC9-BE17-E0D6B7663D60}" srcOrd="1" destOrd="0" presId="urn:microsoft.com/office/officeart/2008/layout/LinedList"/>
    <dgm:cxn modelId="{1E6F600E-AD29-439F-A799-6BBDCEE2A59E}" type="presParOf" srcId="{4838E82F-7BD5-4C97-BFD9-5BDD552A714E}" destId="{F3EA5CE1-0F8D-48E8-BD8A-E535078AC928}" srcOrd="10" destOrd="0" presId="urn:microsoft.com/office/officeart/2008/layout/LinedList"/>
    <dgm:cxn modelId="{9C1E82C7-48C2-4195-A308-467A2119BA45}" type="presParOf" srcId="{4838E82F-7BD5-4C97-BFD9-5BDD552A714E}" destId="{81B7EDA6-FF6B-418E-91B7-566F7E7F14E2}" srcOrd="11" destOrd="0" presId="urn:microsoft.com/office/officeart/2008/layout/LinedList"/>
    <dgm:cxn modelId="{26C637A0-F8EF-4BD5-A058-1392EE0DAA02}" type="presParOf" srcId="{81B7EDA6-FF6B-418E-91B7-566F7E7F14E2}" destId="{778136F9-A1C4-40C2-B024-69A349543E9E}" srcOrd="0" destOrd="0" presId="urn:microsoft.com/office/officeart/2008/layout/LinedList"/>
    <dgm:cxn modelId="{DD866B21-B8E6-4C66-A3B2-14EE55205ABD}" type="presParOf" srcId="{81B7EDA6-FF6B-418E-91B7-566F7E7F14E2}" destId="{F6FB6B12-AFC4-4C72-8917-A417E4D88407}" srcOrd="1" destOrd="0" presId="urn:microsoft.com/office/officeart/2008/layout/LinedList"/>
    <dgm:cxn modelId="{E6B1A7D3-1911-4265-AF08-6D02E02B0A47}" type="presParOf" srcId="{4838E82F-7BD5-4C97-BFD9-5BDD552A714E}" destId="{D1436DF7-7270-487B-B69A-EB7C404E173B}" srcOrd="12" destOrd="0" presId="urn:microsoft.com/office/officeart/2008/layout/LinedList"/>
    <dgm:cxn modelId="{03DEDD70-D000-43D1-8952-DD8EEC68BBF8}" type="presParOf" srcId="{4838E82F-7BD5-4C97-BFD9-5BDD552A714E}" destId="{CB777EF8-4467-4211-B5A2-650AFD5B0121}" srcOrd="13" destOrd="0" presId="urn:microsoft.com/office/officeart/2008/layout/LinedList"/>
    <dgm:cxn modelId="{5BC02D5E-CD22-406B-BBC4-FCCB5B92C0E2}" type="presParOf" srcId="{CB777EF8-4467-4211-B5A2-650AFD5B0121}" destId="{F3759217-898D-4A79-95D7-736625D7083F}" srcOrd="0" destOrd="0" presId="urn:microsoft.com/office/officeart/2008/layout/LinedList"/>
    <dgm:cxn modelId="{934AED45-A90D-4861-9B44-C7D170E03CBA}" type="presParOf" srcId="{CB777EF8-4467-4211-B5A2-650AFD5B0121}" destId="{08975B25-6F23-4AA4-9AA7-169DD9026434}" srcOrd="1" destOrd="0" presId="urn:microsoft.com/office/officeart/2008/layout/LinedList"/>
    <dgm:cxn modelId="{E162F1C9-F69C-4589-912A-7AC239F70F7E}" type="presParOf" srcId="{4838E82F-7BD5-4C97-BFD9-5BDD552A714E}" destId="{5D38DA1D-6F58-4315-ABEF-3F973435CDBF}" srcOrd="14" destOrd="0" presId="urn:microsoft.com/office/officeart/2008/layout/LinedList"/>
    <dgm:cxn modelId="{23C61CCE-760E-4912-B05F-B2BCD8EA702F}" type="presParOf" srcId="{4838E82F-7BD5-4C97-BFD9-5BDD552A714E}" destId="{B43B19C5-3AAE-4E65-91AD-23D5F57E3C49}" srcOrd="15" destOrd="0" presId="urn:microsoft.com/office/officeart/2008/layout/LinedList"/>
    <dgm:cxn modelId="{1D95EFE0-D53A-4BF1-81AE-CB3B20B661DC}" type="presParOf" srcId="{B43B19C5-3AAE-4E65-91AD-23D5F57E3C49}" destId="{104070C4-648E-4628-AC4F-E852E5EFF08E}" srcOrd="0" destOrd="0" presId="urn:microsoft.com/office/officeart/2008/layout/LinedList"/>
    <dgm:cxn modelId="{BFCB6721-49FB-4586-AEE8-4D86EF51E03B}" type="presParOf" srcId="{B43B19C5-3AAE-4E65-91AD-23D5F57E3C49}" destId="{6C432396-9498-4ED2-A4C3-55DF6DE7266D}"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680AAA30-7FF0-497C-923E-37D305DF45F0}" type="doc">
      <dgm:prSet loTypeId="urn:microsoft.com/office/officeart/2008/layout/LinedList" loCatId="list" qsTypeId="urn:microsoft.com/office/officeart/2005/8/quickstyle/simple1" qsCatId="simple" csTypeId="urn:microsoft.com/office/officeart/2005/8/colors/accent2_2" csCatId="accent2" phldr="1"/>
      <dgm:spPr/>
      <dgm:t>
        <a:bodyPr/>
        <a:lstStyle/>
        <a:p>
          <a:endParaRPr lang="en-US"/>
        </a:p>
      </dgm:t>
    </dgm:pt>
    <dgm:pt modelId="{D6BC124B-3E82-4A9C-880E-7A714AFBCC11}">
      <dgm:prSet custT="1"/>
      <dgm:spPr/>
      <dgm:t>
        <a:bodyPr/>
        <a:lstStyle/>
        <a:p>
          <a:r>
            <a:rPr lang="en-US" sz="3600" dirty="0"/>
            <a:t>Exploring machine learning models using WEKA</a:t>
          </a:r>
        </a:p>
      </dgm:t>
    </dgm:pt>
    <dgm:pt modelId="{624352C1-A5F4-4872-BAA1-0846595EF517}" type="parTrans" cxnId="{71413140-1FD1-42FB-9CCD-019A23A68492}">
      <dgm:prSet/>
      <dgm:spPr/>
      <dgm:t>
        <a:bodyPr/>
        <a:lstStyle/>
        <a:p>
          <a:endParaRPr lang="en-US"/>
        </a:p>
      </dgm:t>
    </dgm:pt>
    <dgm:pt modelId="{2CF0DCCD-02FE-4752-9A77-0D69D9DEB7DE}" type="sibTrans" cxnId="{71413140-1FD1-42FB-9CCD-019A23A68492}">
      <dgm:prSet/>
      <dgm:spPr/>
      <dgm:t>
        <a:bodyPr/>
        <a:lstStyle/>
        <a:p>
          <a:endParaRPr lang="en-US"/>
        </a:p>
      </dgm:t>
    </dgm:pt>
    <dgm:pt modelId="{F622E92F-DB3F-4D1E-B906-9B26999D9B67}">
      <dgm:prSet custT="1"/>
      <dgm:spPr/>
      <dgm:t>
        <a:bodyPr/>
        <a:lstStyle/>
        <a:p>
          <a:r>
            <a:rPr lang="en-US" sz="3600" dirty="0"/>
            <a:t>Use appropriate datasets for each model</a:t>
          </a:r>
        </a:p>
      </dgm:t>
    </dgm:pt>
    <dgm:pt modelId="{64EFCE0D-57DF-4CA3-966F-4CEF2FBB0876}" type="parTrans" cxnId="{F981B258-1113-4F59-86BB-BB6D8B7B1A45}">
      <dgm:prSet/>
      <dgm:spPr/>
      <dgm:t>
        <a:bodyPr/>
        <a:lstStyle/>
        <a:p>
          <a:endParaRPr lang="en-US"/>
        </a:p>
      </dgm:t>
    </dgm:pt>
    <dgm:pt modelId="{C4A667B2-582F-4244-A825-1CD9320F38B6}" type="sibTrans" cxnId="{F981B258-1113-4F59-86BB-BB6D8B7B1A45}">
      <dgm:prSet/>
      <dgm:spPr/>
      <dgm:t>
        <a:bodyPr/>
        <a:lstStyle/>
        <a:p>
          <a:endParaRPr lang="en-US"/>
        </a:p>
      </dgm:t>
    </dgm:pt>
    <dgm:pt modelId="{4E9BCAC3-B550-4330-AFB1-27C1FFDAE6DD}">
      <dgm:prSet custT="1"/>
      <dgm:spPr/>
      <dgm:t>
        <a:bodyPr/>
        <a:lstStyle/>
        <a:p>
          <a:r>
            <a:rPr lang="en-US" sz="3600" dirty="0"/>
            <a:t>Evaluate using accuracy, ROC, and confusion matrices</a:t>
          </a:r>
        </a:p>
      </dgm:t>
    </dgm:pt>
    <dgm:pt modelId="{13C12D61-96BA-4FB2-AA57-659ABA375647}" type="parTrans" cxnId="{5CF9DCE5-3453-4248-B626-13234A38F28A}">
      <dgm:prSet/>
      <dgm:spPr/>
      <dgm:t>
        <a:bodyPr/>
        <a:lstStyle/>
        <a:p>
          <a:endParaRPr lang="en-US"/>
        </a:p>
      </dgm:t>
    </dgm:pt>
    <dgm:pt modelId="{4C334585-EBBE-44FD-88A6-C5436522EAD2}" type="sibTrans" cxnId="{5CF9DCE5-3453-4248-B626-13234A38F28A}">
      <dgm:prSet/>
      <dgm:spPr/>
      <dgm:t>
        <a:bodyPr/>
        <a:lstStyle/>
        <a:p>
          <a:endParaRPr lang="en-US"/>
        </a:p>
      </dgm:t>
    </dgm:pt>
    <dgm:pt modelId="{606BB47A-1848-4BAA-91FA-83CE98F4238A}" type="pres">
      <dgm:prSet presAssocID="{680AAA30-7FF0-497C-923E-37D305DF45F0}" presName="vert0" presStyleCnt="0">
        <dgm:presLayoutVars>
          <dgm:dir/>
          <dgm:animOne val="branch"/>
          <dgm:animLvl val="lvl"/>
        </dgm:presLayoutVars>
      </dgm:prSet>
      <dgm:spPr/>
    </dgm:pt>
    <dgm:pt modelId="{AAE94D49-FD26-44A0-9226-C50FE6A190B6}" type="pres">
      <dgm:prSet presAssocID="{D6BC124B-3E82-4A9C-880E-7A714AFBCC11}" presName="thickLine" presStyleLbl="alignNode1" presStyleIdx="0" presStyleCnt="3"/>
      <dgm:spPr/>
    </dgm:pt>
    <dgm:pt modelId="{61D3C391-DBE7-4EFB-93D9-C29E774E4F30}" type="pres">
      <dgm:prSet presAssocID="{D6BC124B-3E82-4A9C-880E-7A714AFBCC11}" presName="horz1" presStyleCnt="0"/>
      <dgm:spPr/>
    </dgm:pt>
    <dgm:pt modelId="{BE61331D-5535-49D5-B67E-9C58D1AA90B0}" type="pres">
      <dgm:prSet presAssocID="{D6BC124B-3E82-4A9C-880E-7A714AFBCC11}" presName="tx1" presStyleLbl="revTx" presStyleIdx="0" presStyleCnt="3"/>
      <dgm:spPr/>
    </dgm:pt>
    <dgm:pt modelId="{6DCA26F5-BDFA-44EA-91F0-CF9CB3D0A86B}" type="pres">
      <dgm:prSet presAssocID="{D6BC124B-3E82-4A9C-880E-7A714AFBCC11}" presName="vert1" presStyleCnt="0"/>
      <dgm:spPr/>
    </dgm:pt>
    <dgm:pt modelId="{23F657FF-CD62-40F5-B997-A4531BD1FCE9}" type="pres">
      <dgm:prSet presAssocID="{F622E92F-DB3F-4D1E-B906-9B26999D9B67}" presName="thickLine" presStyleLbl="alignNode1" presStyleIdx="1" presStyleCnt="3"/>
      <dgm:spPr/>
    </dgm:pt>
    <dgm:pt modelId="{F4258A42-2CE8-4C1A-8ADE-05DBC16D292C}" type="pres">
      <dgm:prSet presAssocID="{F622E92F-DB3F-4D1E-B906-9B26999D9B67}" presName="horz1" presStyleCnt="0"/>
      <dgm:spPr/>
    </dgm:pt>
    <dgm:pt modelId="{2F8C9D16-20AB-4649-B74A-8F15FC67EA30}" type="pres">
      <dgm:prSet presAssocID="{F622E92F-DB3F-4D1E-B906-9B26999D9B67}" presName="tx1" presStyleLbl="revTx" presStyleIdx="1" presStyleCnt="3"/>
      <dgm:spPr/>
    </dgm:pt>
    <dgm:pt modelId="{53C9BB82-D7FB-4989-8126-185FEE787FA3}" type="pres">
      <dgm:prSet presAssocID="{F622E92F-DB3F-4D1E-B906-9B26999D9B67}" presName="vert1" presStyleCnt="0"/>
      <dgm:spPr/>
    </dgm:pt>
    <dgm:pt modelId="{054FF1AC-24F5-4B08-A62A-693E2CDFC696}" type="pres">
      <dgm:prSet presAssocID="{4E9BCAC3-B550-4330-AFB1-27C1FFDAE6DD}" presName="thickLine" presStyleLbl="alignNode1" presStyleIdx="2" presStyleCnt="3"/>
      <dgm:spPr/>
    </dgm:pt>
    <dgm:pt modelId="{9E9F57F7-B116-4C4C-9721-3E68EC072F40}" type="pres">
      <dgm:prSet presAssocID="{4E9BCAC3-B550-4330-AFB1-27C1FFDAE6DD}" presName="horz1" presStyleCnt="0"/>
      <dgm:spPr/>
    </dgm:pt>
    <dgm:pt modelId="{8C120A91-1D50-4A7F-9C4D-85546D22D19A}" type="pres">
      <dgm:prSet presAssocID="{4E9BCAC3-B550-4330-AFB1-27C1FFDAE6DD}" presName="tx1" presStyleLbl="revTx" presStyleIdx="2" presStyleCnt="3"/>
      <dgm:spPr/>
    </dgm:pt>
    <dgm:pt modelId="{33324236-0701-458A-B4A1-E74A336B3547}" type="pres">
      <dgm:prSet presAssocID="{4E9BCAC3-B550-4330-AFB1-27C1FFDAE6DD}" presName="vert1" presStyleCnt="0"/>
      <dgm:spPr/>
    </dgm:pt>
  </dgm:ptLst>
  <dgm:cxnLst>
    <dgm:cxn modelId="{4B8E1F2B-5464-4CFE-8ACF-3F31E9B8A1EB}" type="presOf" srcId="{D6BC124B-3E82-4A9C-880E-7A714AFBCC11}" destId="{BE61331D-5535-49D5-B67E-9C58D1AA90B0}" srcOrd="0" destOrd="0" presId="urn:microsoft.com/office/officeart/2008/layout/LinedList"/>
    <dgm:cxn modelId="{DC0B752C-7870-4974-9A6C-2600B56DBFF5}" type="presOf" srcId="{F622E92F-DB3F-4D1E-B906-9B26999D9B67}" destId="{2F8C9D16-20AB-4649-B74A-8F15FC67EA30}" srcOrd="0" destOrd="0" presId="urn:microsoft.com/office/officeart/2008/layout/LinedList"/>
    <dgm:cxn modelId="{71413140-1FD1-42FB-9CCD-019A23A68492}" srcId="{680AAA30-7FF0-497C-923E-37D305DF45F0}" destId="{D6BC124B-3E82-4A9C-880E-7A714AFBCC11}" srcOrd="0" destOrd="0" parTransId="{624352C1-A5F4-4872-BAA1-0846595EF517}" sibTransId="{2CF0DCCD-02FE-4752-9A77-0D69D9DEB7DE}"/>
    <dgm:cxn modelId="{F981B258-1113-4F59-86BB-BB6D8B7B1A45}" srcId="{680AAA30-7FF0-497C-923E-37D305DF45F0}" destId="{F622E92F-DB3F-4D1E-B906-9B26999D9B67}" srcOrd="1" destOrd="0" parTransId="{64EFCE0D-57DF-4CA3-966F-4CEF2FBB0876}" sibTransId="{C4A667B2-582F-4244-A825-1CD9320F38B6}"/>
    <dgm:cxn modelId="{33F9C794-C2BC-4AE5-ABAC-6BB1E1762916}" type="presOf" srcId="{680AAA30-7FF0-497C-923E-37D305DF45F0}" destId="{606BB47A-1848-4BAA-91FA-83CE98F4238A}" srcOrd="0" destOrd="0" presId="urn:microsoft.com/office/officeart/2008/layout/LinedList"/>
    <dgm:cxn modelId="{0755B7AE-51DD-4E83-9569-30F7CC40D766}" type="presOf" srcId="{4E9BCAC3-B550-4330-AFB1-27C1FFDAE6DD}" destId="{8C120A91-1D50-4A7F-9C4D-85546D22D19A}" srcOrd="0" destOrd="0" presId="urn:microsoft.com/office/officeart/2008/layout/LinedList"/>
    <dgm:cxn modelId="{5CF9DCE5-3453-4248-B626-13234A38F28A}" srcId="{680AAA30-7FF0-497C-923E-37D305DF45F0}" destId="{4E9BCAC3-B550-4330-AFB1-27C1FFDAE6DD}" srcOrd="2" destOrd="0" parTransId="{13C12D61-96BA-4FB2-AA57-659ABA375647}" sibTransId="{4C334585-EBBE-44FD-88A6-C5436522EAD2}"/>
    <dgm:cxn modelId="{52CC3082-4903-49CC-9636-8733030597D1}" type="presParOf" srcId="{606BB47A-1848-4BAA-91FA-83CE98F4238A}" destId="{AAE94D49-FD26-44A0-9226-C50FE6A190B6}" srcOrd="0" destOrd="0" presId="urn:microsoft.com/office/officeart/2008/layout/LinedList"/>
    <dgm:cxn modelId="{A7DDFC42-3E89-4F92-B952-41CE36045B77}" type="presParOf" srcId="{606BB47A-1848-4BAA-91FA-83CE98F4238A}" destId="{61D3C391-DBE7-4EFB-93D9-C29E774E4F30}" srcOrd="1" destOrd="0" presId="urn:microsoft.com/office/officeart/2008/layout/LinedList"/>
    <dgm:cxn modelId="{7A2470F9-05AC-4B5B-BA18-78A59D08A0D5}" type="presParOf" srcId="{61D3C391-DBE7-4EFB-93D9-C29E774E4F30}" destId="{BE61331D-5535-49D5-B67E-9C58D1AA90B0}" srcOrd="0" destOrd="0" presId="urn:microsoft.com/office/officeart/2008/layout/LinedList"/>
    <dgm:cxn modelId="{C3428415-C8EF-4794-9F0B-F545FF8B2C81}" type="presParOf" srcId="{61D3C391-DBE7-4EFB-93D9-C29E774E4F30}" destId="{6DCA26F5-BDFA-44EA-91F0-CF9CB3D0A86B}" srcOrd="1" destOrd="0" presId="urn:microsoft.com/office/officeart/2008/layout/LinedList"/>
    <dgm:cxn modelId="{B6128163-6C05-4E25-BF40-5803AA7A879A}" type="presParOf" srcId="{606BB47A-1848-4BAA-91FA-83CE98F4238A}" destId="{23F657FF-CD62-40F5-B997-A4531BD1FCE9}" srcOrd="2" destOrd="0" presId="urn:microsoft.com/office/officeart/2008/layout/LinedList"/>
    <dgm:cxn modelId="{3E6F8DD1-BDCB-43D7-AAEF-034C2B04D6CD}" type="presParOf" srcId="{606BB47A-1848-4BAA-91FA-83CE98F4238A}" destId="{F4258A42-2CE8-4C1A-8ADE-05DBC16D292C}" srcOrd="3" destOrd="0" presId="urn:microsoft.com/office/officeart/2008/layout/LinedList"/>
    <dgm:cxn modelId="{FE852790-D349-4860-B40A-CCBF0B1968BE}" type="presParOf" srcId="{F4258A42-2CE8-4C1A-8ADE-05DBC16D292C}" destId="{2F8C9D16-20AB-4649-B74A-8F15FC67EA30}" srcOrd="0" destOrd="0" presId="urn:microsoft.com/office/officeart/2008/layout/LinedList"/>
    <dgm:cxn modelId="{7C1F1DA6-B84E-4D11-BD4F-CC22B250708F}" type="presParOf" srcId="{F4258A42-2CE8-4C1A-8ADE-05DBC16D292C}" destId="{53C9BB82-D7FB-4989-8126-185FEE787FA3}" srcOrd="1" destOrd="0" presId="urn:microsoft.com/office/officeart/2008/layout/LinedList"/>
    <dgm:cxn modelId="{13389767-F7DA-4B3A-B53F-09D03EA123D9}" type="presParOf" srcId="{606BB47A-1848-4BAA-91FA-83CE98F4238A}" destId="{054FF1AC-24F5-4B08-A62A-693E2CDFC696}" srcOrd="4" destOrd="0" presId="urn:microsoft.com/office/officeart/2008/layout/LinedList"/>
    <dgm:cxn modelId="{E3CA0D50-2C0F-440A-AB36-BD126E668968}" type="presParOf" srcId="{606BB47A-1848-4BAA-91FA-83CE98F4238A}" destId="{9E9F57F7-B116-4C4C-9721-3E68EC072F40}" srcOrd="5" destOrd="0" presId="urn:microsoft.com/office/officeart/2008/layout/LinedList"/>
    <dgm:cxn modelId="{7C06457E-4583-4973-83CF-3B6B285ACD72}" type="presParOf" srcId="{9E9F57F7-B116-4C4C-9721-3E68EC072F40}" destId="{8C120A91-1D50-4A7F-9C4D-85546D22D19A}" srcOrd="0" destOrd="0" presId="urn:microsoft.com/office/officeart/2008/layout/LinedList"/>
    <dgm:cxn modelId="{C7F67DE5-A7DA-4F63-ADCA-2F5C9783A3C2}" type="presParOf" srcId="{9E9F57F7-B116-4C4C-9721-3E68EC072F40}" destId="{33324236-0701-458A-B4A1-E74A336B3547}"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971C1D50-1ADD-4C69-9542-F550235B561B}" type="doc">
      <dgm:prSet loTypeId="urn:microsoft.com/office/officeart/2005/8/layout/vProcess5" loCatId="process" qsTypeId="urn:microsoft.com/office/officeart/2005/8/quickstyle/simple2" qsCatId="simple" csTypeId="urn:microsoft.com/office/officeart/2005/8/colors/accent1_2" csCatId="accent1"/>
      <dgm:spPr/>
      <dgm:t>
        <a:bodyPr/>
        <a:lstStyle/>
        <a:p>
          <a:endParaRPr lang="en-US"/>
        </a:p>
      </dgm:t>
    </dgm:pt>
    <dgm:pt modelId="{43B8A9F5-3604-4A59-9FB8-C78B52C98DFE}">
      <dgm:prSet/>
      <dgm:spPr/>
      <dgm:t>
        <a:bodyPr/>
        <a:lstStyle/>
        <a:p>
          <a:r>
            <a:rPr lang="en-US"/>
            <a:t>1. Dataset Selection</a:t>
          </a:r>
        </a:p>
      </dgm:t>
    </dgm:pt>
    <dgm:pt modelId="{7F5B9E80-4850-4AB8-B5EE-55C0D0B857F7}" type="parTrans" cxnId="{F1E5615B-0B62-40EE-B099-913C61CBB206}">
      <dgm:prSet/>
      <dgm:spPr/>
      <dgm:t>
        <a:bodyPr/>
        <a:lstStyle/>
        <a:p>
          <a:endParaRPr lang="en-US"/>
        </a:p>
      </dgm:t>
    </dgm:pt>
    <dgm:pt modelId="{9201AF5B-913B-4AA5-B477-F53DE4B34706}" type="sibTrans" cxnId="{F1E5615B-0B62-40EE-B099-913C61CBB206}">
      <dgm:prSet/>
      <dgm:spPr/>
      <dgm:t>
        <a:bodyPr/>
        <a:lstStyle/>
        <a:p>
          <a:endParaRPr lang="en-US"/>
        </a:p>
      </dgm:t>
    </dgm:pt>
    <dgm:pt modelId="{600AB8C7-3061-48BB-AA78-9F21938F79F6}">
      <dgm:prSet/>
      <dgm:spPr/>
      <dgm:t>
        <a:bodyPr/>
        <a:lstStyle/>
        <a:p>
          <a:r>
            <a:rPr lang="en-US"/>
            <a:t>2. Model Training</a:t>
          </a:r>
        </a:p>
      </dgm:t>
    </dgm:pt>
    <dgm:pt modelId="{5374293D-652D-4AF7-B3D6-B6E97F584378}" type="parTrans" cxnId="{001F7238-74E7-4C28-A877-B5DD1C22D133}">
      <dgm:prSet/>
      <dgm:spPr/>
      <dgm:t>
        <a:bodyPr/>
        <a:lstStyle/>
        <a:p>
          <a:endParaRPr lang="en-US"/>
        </a:p>
      </dgm:t>
    </dgm:pt>
    <dgm:pt modelId="{2D404A6E-F8BE-4896-9E1A-E5C63277180A}" type="sibTrans" cxnId="{001F7238-74E7-4C28-A877-B5DD1C22D133}">
      <dgm:prSet/>
      <dgm:spPr/>
      <dgm:t>
        <a:bodyPr/>
        <a:lstStyle/>
        <a:p>
          <a:endParaRPr lang="en-US"/>
        </a:p>
      </dgm:t>
    </dgm:pt>
    <dgm:pt modelId="{6A77299F-E4A3-4896-8383-D799070AEA5F}">
      <dgm:prSet/>
      <dgm:spPr/>
      <dgm:t>
        <a:bodyPr/>
        <a:lstStyle/>
        <a:p>
          <a:r>
            <a:rPr lang="en-US"/>
            <a:t>3. Evaluation &amp; Confusion Matrix</a:t>
          </a:r>
        </a:p>
      </dgm:t>
    </dgm:pt>
    <dgm:pt modelId="{2B96E984-14C2-41D9-8ABD-DC9A9376D15B}" type="parTrans" cxnId="{8080DA50-DB36-450C-B274-54B3CB41A1E9}">
      <dgm:prSet/>
      <dgm:spPr/>
      <dgm:t>
        <a:bodyPr/>
        <a:lstStyle/>
        <a:p>
          <a:endParaRPr lang="en-US"/>
        </a:p>
      </dgm:t>
    </dgm:pt>
    <dgm:pt modelId="{62ACC8AC-73AF-46FE-9AFB-29043248BC78}" type="sibTrans" cxnId="{8080DA50-DB36-450C-B274-54B3CB41A1E9}">
      <dgm:prSet/>
      <dgm:spPr/>
      <dgm:t>
        <a:bodyPr/>
        <a:lstStyle/>
        <a:p>
          <a:endParaRPr lang="en-US"/>
        </a:p>
      </dgm:t>
    </dgm:pt>
    <dgm:pt modelId="{719E24A5-90FB-4DCF-8316-38FAEBDA4B61}">
      <dgm:prSet/>
      <dgm:spPr/>
      <dgm:t>
        <a:bodyPr/>
        <a:lstStyle/>
        <a:p>
          <a:r>
            <a:rPr lang="en-US"/>
            <a:t>4. Result Comparison</a:t>
          </a:r>
        </a:p>
      </dgm:t>
    </dgm:pt>
    <dgm:pt modelId="{7826F715-538F-4C7E-AF35-EFCEAED0B02B}" type="parTrans" cxnId="{3BE701F1-C6AC-43D0-9584-5D87D935B77A}">
      <dgm:prSet/>
      <dgm:spPr/>
      <dgm:t>
        <a:bodyPr/>
        <a:lstStyle/>
        <a:p>
          <a:endParaRPr lang="en-US"/>
        </a:p>
      </dgm:t>
    </dgm:pt>
    <dgm:pt modelId="{131FB138-ECF7-40CE-94E8-53D11F1F75FD}" type="sibTrans" cxnId="{3BE701F1-C6AC-43D0-9584-5D87D935B77A}">
      <dgm:prSet/>
      <dgm:spPr/>
      <dgm:t>
        <a:bodyPr/>
        <a:lstStyle/>
        <a:p>
          <a:endParaRPr lang="en-US"/>
        </a:p>
      </dgm:t>
    </dgm:pt>
    <dgm:pt modelId="{637924EF-BE28-4F98-931B-0FDBA256C886}">
      <dgm:prSet/>
      <dgm:spPr/>
      <dgm:t>
        <a:bodyPr/>
        <a:lstStyle/>
        <a:p>
          <a:r>
            <a:rPr lang="en-US"/>
            <a:t>WEKA used for classification, clustering, regression, and association.</a:t>
          </a:r>
        </a:p>
      </dgm:t>
    </dgm:pt>
    <dgm:pt modelId="{11A33627-B25E-4EEE-8A53-7038A751E8ED}" type="parTrans" cxnId="{682DF296-7547-44C0-972C-1B85832BF10B}">
      <dgm:prSet/>
      <dgm:spPr/>
      <dgm:t>
        <a:bodyPr/>
        <a:lstStyle/>
        <a:p>
          <a:endParaRPr lang="en-US"/>
        </a:p>
      </dgm:t>
    </dgm:pt>
    <dgm:pt modelId="{5A887F19-6596-4305-ABDF-B0DA3440B98B}" type="sibTrans" cxnId="{682DF296-7547-44C0-972C-1B85832BF10B}">
      <dgm:prSet/>
      <dgm:spPr/>
      <dgm:t>
        <a:bodyPr/>
        <a:lstStyle/>
        <a:p>
          <a:endParaRPr lang="en-US"/>
        </a:p>
      </dgm:t>
    </dgm:pt>
    <dgm:pt modelId="{A7FCCE23-AAD8-447C-A0A1-34A174561483}" type="pres">
      <dgm:prSet presAssocID="{971C1D50-1ADD-4C69-9542-F550235B561B}" presName="outerComposite" presStyleCnt="0">
        <dgm:presLayoutVars>
          <dgm:chMax val="5"/>
          <dgm:dir/>
          <dgm:resizeHandles val="exact"/>
        </dgm:presLayoutVars>
      </dgm:prSet>
      <dgm:spPr/>
    </dgm:pt>
    <dgm:pt modelId="{7D2D64BE-E744-48A3-8211-37319BDC0047}" type="pres">
      <dgm:prSet presAssocID="{971C1D50-1ADD-4C69-9542-F550235B561B}" presName="dummyMaxCanvas" presStyleCnt="0">
        <dgm:presLayoutVars/>
      </dgm:prSet>
      <dgm:spPr/>
    </dgm:pt>
    <dgm:pt modelId="{4FE7AF33-1A17-4A5F-A93D-116FD7965D34}" type="pres">
      <dgm:prSet presAssocID="{971C1D50-1ADD-4C69-9542-F550235B561B}" presName="FiveNodes_1" presStyleLbl="node1" presStyleIdx="0" presStyleCnt="5">
        <dgm:presLayoutVars>
          <dgm:bulletEnabled val="1"/>
        </dgm:presLayoutVars>
      </dgm:prSet>
      <dgm:spPr/>
    </dgm:pt>
    <dgm:pt modelId="{891ADA7E-56BA-4C3A-9C30-CF5189DB5F2D}" type="pres">
      <dgm:prSet presAssocID="{971C1D50-1ADD-4C69-9542-F550235B561B}" presName="FiveNodes_2" presStyleLbl="node1" presStyleIdx="1" presStyleCnt="5">
        <dgm:presLayoutVars>
          <dgm:bulletEnabled val="1"/>
        </dgm:presLayoutVars>
      </dgm:prSet>
      <dgm:spPr/>
    </dgm:pt>
    <dgm:pt modelId="{D3737339-2903-4C4C-A896-A5F41CA894DC}" type="pres">
      <dgm:prSet presAssocID="{971C1D50-1ADD-4C69-9542-F550235B561B}" presName="FiveNodes_3" presStyleLbl="node1" presStyleIdx="2" presStyleCnt="5">
        <dgm:presLayoutVars>
          <dgm:bulletEnabled val="1"/>
        </dgm:presLayoutVars>
      </dgm:prSet>
      <dgm:spPr/>
    </dgm:pt>
    <dgm:pt modelId="{6AA5586C-80F8-4EA2-9B84-E96E221CC95E}" type="pres">
      <dgm:prSet presAssocID="{971C1D50-1ADD-4C69-9542-F550235B561B}" presName="FiveNodes_4" presStyleLbl="node1" presStyleIdx="3" presStyleCnt="5">
        <dgm:presLayoutVars>
          <dgm:bulletEnabled val="1"/>
        </dgm:presLayoutVars>
      </dgm:prSet>
      <dgm:spPr/>
    </dgm:pt>
    <dgm:pt modelId="{0ED0BDFF-B4C7-4F91-8296-84A128739B93}" type="pres">
      <dgm:prSet presAssocID="{971C1D50-1ADD-4C69-9542-F550235B561B}" presName="FiveNodes_5" presStyleLbl="node1" presStyleIdx="4" presStyleCnt="5">
        <dgm:presLayoutVars>
          <dgm:bulletEnabled val="1"/>
        </dgm:presLayoutVars>
      </dgm:prSet>
      <dgm:spPr/>
    </dgm:pt>
    <dgm:pt modelId="{7FDA8B4E-73AF-48FA-8E9F-1AF9E6BEC3AE}" type="pres">
      <dgm:prSet presAssocID="{971C1D50-1ADD-4C69-9542-F550235B561B}" presName="FiveConn_1-2" presStyleLbl="fgAccFollowNode1" presStyleIdx="0" presStyleCnt="4">
        <dgm:presLayoutVars>
          <dgm:bulletEnabled val="1"/>
        </dgm:presLayoutVars>
      </dgm:prSet>
      <dgm:spPr/>
    </dgm:pt>
    <dgm:pt modelId="{3AB510AB-7E85-47AF-8015-74FC7B7C0F7F}" type="pres">
      <dgm:prSet presAssocID="{971C1D50-1ADD-4C69-9542-F550235B561B}" presName="FiveConn_2-3" presStyleLbl="fgAccFollowNode1" presStyleIdx="1" presStyleCnt="4">
        <dgm:presLayoutVars>
          <dgm:bulletEnabled val="1"/>
        </dgm:presLayoutVars>
      </dgm:prSet>
      <dgm:spPr/>
    </dgm:pt>
    <dgm:pt modelId="{7BF755C6-EF72-4A24-8299-50FF44F09FAB}" type="pres">
      <dgm:prSet presAssocID="{971C1D50-1ADD-4C69-9542-F550235B561B}" presName="FiveConn_3-4" presStyleLbl="fgAccFollowNode1" presStyleIdx="2" presStyleCnt="4">
        <dgm:presLayoutVars>
          <dgm:bulletEnabled val="1"/>
        </dgm:presLayoutVars>
      </dgm:prSet>
      <dgm:spPr/>
    </dgm:pt>
    <dgm:pt modelId="{4FBDEF77-F8A2-4D9A-BA21-EBC824A11027}" type="pres">
      <dgm:prSet presAssocID="{971C1D50-1ADD-4C69-9542-F550235B561B}" presName="FiveConn_4-5" presStyleLbl="fgAccFollowNode1" presStyleIdx="3" presStyleCnt="4">
        <dgm:presLayoutVars>
          <dgm:bulletEnabled val="1"/>
        </dgm:presLayoutVars>
      </dgm:prSet>
      <dgm:spPr/>
    </dgm:pt>
    <dgm:pt modelId="{3ACAA0E7-E552-4B92-A113-A7E63317C858}" type="pres">
      <dgm:prSet presAssocID="{971C1D50-1ADD-4C69-9542-F550235B561B}" presName="FiveNodes_1_text" presStyleLbl="node1" presStyleIdx="4" presStyleCnt="5">
        <dgm:presLayoutVars>
          <dgm:bulletEnabled val="1"/>
        </dgm:presLayoutVars>
      </dgm:prSet>
      <dgm:spPr/>
    </dgm:pt>
    <dgm:pt modelId="{BCD83141-1A10-4DB9-8FFD-0F719E7C6D9A}" type="pres">
      <dgm:prSet presAssocID="{971C1D50-1ADD-4C69-9542-F550235B561B}" presName="FiveNodes_2_text" presStyleLbl="node1" presStyleIdx="4" presStyleCnt="5">
        <dgm:presLayoutVars>
          <dgm:bulletEnabled val="1"/>
        </dgm:presLayoutVars>
      </dgm:prSet>
      <dgm:spPr/>
    </dgm:pt>
    <dgm:pt modelId="{81A22A63-BCAC-4850-887D-23C77CA18B9E}" type="pres">
      <dgm:prSet presAssocID="{971C1D50-1ADD-4C69-9542-F550235B561B}" presName="FiveNodes_3_text" presStyleLbl="node1" presStyleIdx="4" presStyleCnt="5">
        <dgm:presLayoutVars>
          <dgm:bulletEnabled val="1"/>
        </dgm:presLayoutVars>
      </dgm:prSet>
      <dgm:spPr/>
    </dgm:pt>
    <dgm:pt modelId="{4F9405EB-C8B4-4087-AA36-5C839365BA23}" type="pres">
      <dgm:prSet presAssocID="{971C1D50-1ADD-4C69-9542-F550235B561B}" presName="FiveNodes_4_text" presStyleLbl="node1" presStyleIdx="4" presStyleCnt="5">
        <dgm:presLayoutVars>
          <dgm:bulletEnabled val="1"/>
        </dgm:presLayoutVars>
      </dgm:prSet>
      <dgm:spPr/>
    </dgm:pt>
    <dgm:pt modelId="{62F936E7-36A7-4AF0-A0FC-FFBBC3391EAF}" type="pres">
      <dgm:prSet presAssocID="{971C1D50-1ADD-4C69-9542-F550235B561B}" presName="FiveNodes_5_text" presStyleLbl="node1" presStyleIdx="4" presStyleCnt="5">
        <dgm:presLayoutVars>
          <dgm:bulletEnabled val="1"/>
        </dgm:presLayoutVars>
      </dgm:prSet>
      <dgm:spPr/>
    </dgm:pt>
  </dgm:ptLst>
  <dgm:cxnLst>
    <dgm:cxn modelId="{03957803-30FF-47C1-B499-94545A3F96EA}" type="presOf" srcId="{131FB138-ECF7-40CE-94E8-53D11F1F75FD}" destId="{4FBDEF77-F8A2-4D9A-BA21-EBC824A11027}" srcOrd="0" destOrd="0" presId="urn:microsoft.com/office/officeart/2005/8/layout/vProcess5"/>
    <dgm:cxn modelId="{2B62A60C-0E70-4355-8F7D-72AEE8DAC5F3}" type="presOf" srcId="{2D404A6E-F8BE-4896-9E1A-E5C63277180A}" destId="{3AB510AB-7E85-47AF-8015-74FC7B7C0F7F}" srcOrd="0" destOrd="0" presId="urn:microsoft.com/office/officeart/2005/8/layout/vProcess5"/>
    <dgm:cxn modelId="{85417716-9B95-4914-84FB-78E1F7D1DFA6}" type="presOf" srcId="{600AB8C7-3061-48BB-AA78-9F21938F79F6}" destId="{BCD83141-1A10-4DB9-8FFD-0F719E7C6D9A}" srcOrd="1" destOrd="0" presId="urn:microsoft.com/office/officeart/2005/8/layout/vProcess5"/>
    <dgm:cxn modelId="{5EB4C62E-CBF7-4B74-B658-DE45DB4C991B}" type="presOf" srcId="{6A77299F-E4A3-4896-8383-D799070AEA5F}" destId="{81A22A63-BCAC-4850-887D-23C77CA18B9E}" srcOrd="1" destOrd="0" presId="urn:microsoft.com/office/officeart/2005/8/layout/vProcess5"/>
    <dgm:cxn modelId="{9986B734-5CE5-43AF-B7C6-9012C060CB53}" type="presOf" srcId="{637924EF-BE28-4F98-931B-0FDBA256C886}" destId="{62F936E7-36A7-4AF0-A0FC-FFBBC3391EAF}" srcOrd="1" destOrd="0" presId="urn:microsoft.com/office/officeart/2005/8/layout/vProcess5"/>
    <dgm:cxn modelId="{001F7238-74E7-4C28-A877-B5DD1C22D133}" srcId="{971C1D50-1ADD-4C69-9542-F550235B561B}" destId="{600AB8C7-3061-48BB-AA78-9F21938F79F6}" srcOrd="1" destOrd="0" parTransId="{5374293D-652D-4AF7-B3D6-B6E97F584378}" sibTransId="{2D404A6E-F8BE-4896-9E1A-E5C63277180A}"/>
    <dgm:cxn modelId="{F1E5615B-0B62-40EE-B099-913C61CBB206}" srcId="{971C1D50-1ADD-4C69-9542-F550235B561B}" destId="{43B8A9F5-3604-4A59-9FB8-C78B52C98DFE}" srcOrd="0" destOrd="0" parTransId="{7F5B9E80-4850-4AB8-B5EE-55C0D0B857F7}" sibTransId="{9201AF5B-913B-4AA5-B477-F53DE4B34706}"/>
    <dgm:cxn modelId="{395F8145-C1CF-4C6A-AF3C-4278246225D6}" type="presOf" srcId="{637924EF-BE28-4F98-931B-0FDBA256C886}" destId="{0ED0BDFF-B4C7-4F91-8296-84A128739B93}" srcOrd="0" destOrd="0" presId="urn:microsoft.com/office/officeart/2005/8/layout/vProcess5"/>
    <dgm:cxn modelId="{9CEE4667-0167-4AD4-92C3-F658E0F2E651}" type="presOf" srcId="{43B8A9F5-3604-4A59-9FB8-C78B52C98DFE}" destId="{4FE7AF33-1A17-4A5F-A93D-116FD7965D34}" srcOrd="0" destOrd="0" presId="urn:microsoft.com/office/officeart/2005/8/layout/vProcess5"/>
    <dgm:cxn modelId="{4D837C4B-7626-4905-9770-CB6A52BCE600}" type="presOf" srcId="{62ACC8AC-73AF-46FE-9AFB-29043248BC78}" destId="{7BF755C6-EF72-4A24-8299-50FF44F09FAB}" srcOrd="0" destOrd="0" presId="urn:microsoft.com/office/officeart/2005/8/layout/vProcess5"/>
    <dgm:cxn modelId="{51353A6E-BBC1-4A54-95C4-021F04BBC3AE}" type="presOf" srcId="{719E24A5-90FB-4DCF-8316-38FAEBDA4B61}" destId="{4F9405EB-C8B4-4087-AA36-5C839365BA23}" srcOrd="1" destOrd="0" presId="urn:microsoft.com/office/officeart/2005/8/layout/vProcess5"/>
    <dgm:cxn modelId="{6705E66E-C4E4-42BD-9A22-0BA90F219624}" type="presOf" srcId="{9201AF5B-913B-4AA5-B477-F53DE4B34706}" destId="{7FDA8B4E-73AF-48FA-8E9F-1AF9E6BEC3AE}" srcOrd="0" destOrd="0" presId="urn:microsoft.com/office/officeart/2005/8/layout/vProcess5"/>
    <dgm:cxn modelId="{8080DA50-DB36-450C-B274-54B3CB41A1E9}" srcId="{971C1D50-1ADD-4C69-9542-F550235B561B}" destId="{6A77299F-E4A3-4896-8383-D799070AEA5F}" srcOrd="2" destOrd="0" parTransId="{2B96E984-14C2-41D9-8ABD-DC9A9376D15B}" sibTransId="{62ACC8AC-73AF-46FE-9AFB-29043248BC78}"/>
    <dgm:cxn modelId="{3EBA5C73-3CEF-4B57-935D-A13155F8E7FD}" type="presOf" srcId="{43B8A9F5-3604-4A59-9FB8-C78B52C98DFE}" destId="{3ACAA0E7-E552-4B92-A113-A7E63317C858}" srcOrd="1" destOrd="0" presId="urn:microsoft.com/office/officeart/2005/8/layout/vProcess5"/>
    <dgm:cxn modelId="{84FC9F8E-68E2-4130-9C32-D75709FE1E4A}" type="presOf" srcId="{971C1D50-1ADD-4C69-9542-F550235B561B}" destId="{A7FCCE23-AAD8-447C-A0A1-34A174561483}" srcOrd="0" destOrd="0" presId="urn:microsoft.com/office/officeart/2005/8/layout/vProcess5"/>
    <dgm:cxn modelId="{EBB5B091-D966-428B-BEBA-6E2075BC21D6}" type="presOf" srcId="{719E24A5-90FB-4DCF-8316-38FAEBDA4B61}" destId="{6AA5586C-80F8-4EA2-9B84-E96E221CC95E}" srcOrd="0" destOrd="0" presId="urn:microsoft.com/office/officeart/2005/8/layout/vProcess5"/>
    <dgm:cxn modelId="{682DF296-7547-44C0-972C-1B85832BF10B}" srcId="{971C1D50-1ADD-4C69-9542-F550235B561B}" destId="{637924EF-BE28-4F98-931B-0FDBA256C886}" srcOrd="4" destOrd="0" parTransId="{11A33627-B25E-4EEE-8A53-7038A751E8ED}" sibTransId="{5A887F19-6596-4305-ABDF-B0DA3440B98B}"/>
    <dgm:cxn modelId="{39743EAB-E054-4C11-923C-97F12A7178E0}" type="presOf" srcId="{6A77299F-E4A3-4896-8383-D799070AEA5F}" destId="{D3737339-2903-4C4C-A896-A5F41CA894DC}" srcOrd="0" destOrd="0" presId="urn:microsoft.com/office/officeart/2005/8/layout/vProcess5"/>
    <dgm:cxn modelId="{3BE701F1-C6AC-43D0-9584-5D87D935B77A}" srcId="{971C1D50-1ADD-4C69-9542-F550235B561B}" destId="{719E24A5-90FB-4DCF-8316-38FAEBDA4B61}" srcOrd="3" destOrd="0" parTransId="{7826F715-538F-4C7E-AF35-EFCEAED0B02B}" sibTransId="{131FB138-ECF7-40CE-94E8-53D11F1F75FD}"/>
    <dgm:cxn modelId="{69CAB7F8-A668-4084-9FC8-65F8A9F9814B}" type="presOf" srcId="{600AB8C7-3061-48BB-AA78-9F21938F79F6}" destId="{891ADA7E-56BA-4C3A-9C30-CF5189DB5F2D}" srcOrd="0" destOrd="0" presId="urn:microsoft.com/office/officeart/2005/8/layout/vProcess5"/>
    <dgm:cxn modelId="{634F60B2-6A5A-40DE-8E8E-47BCD893E1B6}" type="presParOf" srcId="{A7FCCE23-AAD8-447C-A0A1-34A174561483}" destId="{7D2D64BE-E744-48A3-8211-37319BDC0047}" srcOrd="0" destOrd="0" presId="urn:microsoft.com/office/officeart/2005/8/layout/vProcess5"/>
    <dgm:cxn modelId="{DD99D8A5-AC4A-4D4D-B114-2CF6CD49F0B0}" type="presParOf" srcId="{A7FCCE23-AAD8-447C-A0A1-34A174561483}" destId="{4FE7AF33-1A17-4A5F-A93D-116FD7965D34}" srcOrd="1" destOrd="0" presId="urn:microsoft.com/office/officeart/2005/8/layout/vProcess5"/>
    <dgm:cxn modelId="{E6DF06AD-7C12-4E61-8E43-5A245C52E6F1}" type="presParOf" srcId="{A7FCCE23-AAD8-447C-A0A1-34A174561483}" destId="{891ADA7E-56BA-4C3A-9C30-CF5189DB5F2D}" srcOrd="2" destOrd="0" presId="urn:microsoft.com/office/officeart/2005/8/layout/vProcess5"/>
    <dgm:cxn modelId="{6D1624CF-06CC-4D5F-9B29-D9F0C430D281}" type="presParOf" srcId="{A7FCCE23-AAD8-447C-A0A1-34A174561483}" destId="{D3737339-2903-4C4C-A896-A5F41CA894DC}" srcOrd="3" destOrd="0" presId="urn:microsoft.com/office/officeart/2005/8/layout/vProcess5"/>
    <dgm:cxn modelId="{6BD4020F-9B92-45DE-855B-5364057F0C5C}" type="presParOf" srcId="{A7FCCE23-AAD8-447C-A0A1-34A174561483}" destId="{6AA5586C-80F8-4EA2-9B84-E96E221CC95E}" srcOrd="4" destOrd="0" presId="urn:microsoft.com/office/officeart/2005/8/layout/vProcess5"/>
    <dgm:cxn modelId="{31191193-6D98-4EB8-A3A0-8CF7F7832C33}" type="presParOf" srcId="{A7FCCE23-AAD8-447C-A0A1-34A174561483}" destId="{0ED0BDFF-B4C7-4F91-8296-84A128739B93}" srcOrd="5" destOrd="0" presId="urn:microsoft.com/office/officeart/2005/8/layout/vProcess5"/>
    <dgm:cxn modelId="{50E60BD9-DE87-4E35-9D7C-FF272E1C9F80}" type="presParOf" srcId="{A7FCCE23-AAD8-447C-A0A1-34A174561483}" destId="{7FDA8B4E-73AF-48FA-8E9F-1AF9E6BEC3AE}" srcOrd="6" destOrd="0" presId="urn:microsoft.com/office/officeart/2005/8/layout/vProcess5"/>
    <dgm:cxn modelId="{CF2A38A5-5334-434A-8761-E81D8CD1DB51}" type="presParOf" srcId="{A7FCCE23-AAD8-447C-A0A1-34A174561483}" destId="{3AB510AB-7E85-47AF-8015-74FC7B7C0F7F}" srcOrd="7" destOrd="0" presId="urn:microsoft.com/office/officeart/2005/8/layout/vProcess5"/>
    <dgm:cxn modelId="{075ED914-BEE9-4F58-B391-FD1E7AACADE8}" type="presParOf" srcId="{A7FCCE23-AAD8-447C-A0A1-34A174561483}" destId="{7BF755C6-EF72-4A24-8299-50FF44F09FAB}" srcOrd="8" destOrd="0" presId="urn:microsoft.com/office/officeart/2005/8/layout/vProcess5"/>
    <dgm:cxn modelId="{E167A089-239C-4999-A7AD-3D5BD4114697}" type="presParOf" srcId="{A7FCCE23-AAD8-447C-A0A1-34A174561483}" destId="{4FBDEF77-F8A2-4D9A-BA21-EBC824A11027}" srcOrd="9" destOrd="0" presId="urn:microsoft.com/office/officeart/2005/8/layout/vProcess5"/>
    <dgm:cxn modelId="{3972CC18-1885-4237-AB6E-8BD2C3FB72F2}" type="presParOf" srcId="{A7FCCE23-AAD8-447C-A0A1-34A174561483}" destId="{3ACAA0E7-E552-4B92-A113-A7E63317C858}" srcOrd="10" destOrd="0" presId="urn:microsoft.com/office/officeart/2005/8/layout/vProcess5"/>
    <dgm:cxn modelId="{14B83C50-3B3F-4354-9284-CDA26ABF0EDA}" type="presParOf" srcId="{A7FCCE23-AAD8-447C-A0A1-34A174561483}" destId="{BCD83141-1A10-4DB9-8FFD-0F719E7C6D9A}" srcOrd="11" destOrd="0" presId="urn:microsoft.com/office/officeart/2005/8/layout/vProcess5"/>
    <dgm:cxn modelId="{DA732C9C-BCB3-4E1C-8CFA-1390D0CCDD7A}" type="presParOf" srcId="{A7FCCE23-AAD8-447C-A0A1-34A174561483}" destId="{81A22A63-BCAC-4850-887D-23C77CA18B9E}" srcOrd="12" destOrd="0" presId="urn:microsoft.com/office/officeart/2005/8/layout/vProcess5"/>
    <dgm:cxn modelId="{B6ADA101-258E-4E8C-BB27-EB7B2DB256FC}" type="presParOf" srcId="{A7FCCE23-AAD8-447C-A0A1-34A174561483}" destId="{4F9405EB-C8B4-4087-AA36-5C839365BA23}" srcOrd="13" destOrd="0" presId="urn:microsoft.com/office/officeart/2005/8/layout/vProcess5"/>
    <dgm:cxn modelId="{78DABE66-5A67-4D62-867F-0F6DCDB7E2C3}" type="presParOf" srcId="{A7FCCE23-AAD8-447C-A0A1-34A174561483}" destId="{62F936E7-36A7-4AF0-A0FC-FFBBC3391EAF}" srcOrd="14" destOrd="0" presId="urn:microsoft.com/office/officeart/2005/8/layout/vProcess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BA9E526C-D2C3-4C3F-B1E0-E20E492A6327}" type="doc">
      <dgm:prSet loTypeId="urn:microsoft.com/office/officeart/2005/8/layout/vList2" loCatId="list" qsTypeId="urn:microsoft.com/office/officeart/2005/8/quickstyle/simple1" qsCatId="simple" csTypeId="urn:microsoft.com/office/officeart/2005/8/colors/accent3_2" csCatId="accent3" phldr="1"/>
      <dgm:spPr/>
      <dgm:t>
        <a:bodyPr/>
        <a:lstStyle/>
        <a:p>
          <a:endParaRPr lang="en-US"/>
        </a:p>
      </dgm:t>
    </dgm:pt>
    <dgm:pt modelId="{C545943C-38F2-468C-888F-91E5E75515A5}">
      <dgm:prSet/>
      <dgm:spPr/>
      <dgm:t>
        <a:bodyPr/>
        <a:lstStyle/>
        <a:p>
          <a:r>
            <a:rPr lang="en-US" dirty="0"/>
            <a:t>Dataset: </a:t>
          </a:r>
          <a:r>
            <a:rPr lang="en-US" dirty="0" err="1"/>
            <a:t>IRIS.arff</a:t>
          </a:r>
          <a:endParaRPr lang="en-US" dirty="0"/>
        </a:p>
      </dgm:t>
    </dgm:pt>
    <dgm:pt modelId="{C5DA4F75-D6C8-4CD6-98ED-DEFB492B62CF}" type="parTrans" cxnId="{0E1F7CAA-6D77-4039-B0DA-BE0C46E24EC0}">
      <dgm:prSet/>
      <dgm:spPr/>
      <dgm:t>
        <a:bodyPr/>
        <a:lstStyle/>
        <a:p>
          <a:endParaRPr lang="en-US"/>
        </a:p>
      </dgm:t>
    </dgm:pt>
    <dgm:pt modelId="{761C0546-8F82-43A8-A439-B27C7A25E7A0}" type="sibTrans" cxnId="{0E1F7CAA-6D77-4039-B0DA-BE0C46E24EC0}">
      <dgm:prSet/>
      <dgm:spPr/>
      <dgm:t>
        <a:bodyPr/>
        <a:lstStyle/>
        <a:p>
          <a:endParaRPr lang="en-US"/>
        </a:p>
      </dgm:t>
    </dgm:pt>
    <dgm:pt modelId="{776FAE3E-B6DB-4932-A1B4-4156AECBDFB2}">
      <dgm:prSet/>
      <dgm:spPr/>
      <dgm:t>
        <a:bodyPr/>
        <a:lstStyle/>
        <a:p>
          <a:r>
            <a:rPr lang="en-US" dirty="0"/>
            <a:t>Rule: Petal length thresholds</a:t>
          </a:r>
        </a:p>
      </dgm:t>
    </dgm:pt>
    <dgm:pt modelId="{CA22F9EF-74A7-4DA7-A804-7EA0F247176B}" type="parTrans" cxnId="{32B23613-1E33-427B-8187-F6F1DD001CF5}">
      <dgm:prSet/>
      <dgm:spPr/>
      <dgm:t>
        <a:bodyPr/>
        <a:lstStyle/>
        <a:p>
          <a:endParaRPr lang="en-US"/>
        </a:p>
      </dgm:t>
    </dgm:pt>
    <dgm:pt modelId="{F28001B1-E677-4736-8CD8-D4764C14E3A3}" type="sibTrans" cxnId="{32B23613-1E33-427B-8187-F6F1DD001CF5}">
      <dgm:prSet/>
      <dgm:spPr/>
      <dgm:t>
        <a:bodyPr/>
        <a:lstStyle/>
        <a:p>
          <a:endParaRPr lang="en-US"/>
        </a:p>
      </dgm:t>
    </dgm:pt>
    <dgm:pt modelId="{971587F3-2099-40B1-B2EA-D6E0AA2D1D99}">
      <dgm:prSet/>
      <dgm:spPr/>
      <dgm:t>
        <a:bodyPr/>
        <a:lstStyle/>
        <a:p>
          <a:r>
            <a:rPr lang="en-US" dirty="0"/>
            <a:t>Accuracy: 92%</a:t>
          </a:r>
        </a:p>
      </dgm:t>
    </dgm:pt>
    <dgm:pt modelId="{4554F93D-18D5-425F-A766-DE7469EA43BC}" type="parTrans" cxnId="{64151F4A-0A71-4F5B-AB3A-78D1C70FE386}">
      <dgm:prSet/>
      <dgm:spPr/>
      <dgm:t>
        <a:bodyPr/>
        <a:lstStyle/>
        <a:p>
          <a:endParaRPr lang="en-US"/>
        </a:p>
      </dgm:t>
    </dgm:pt>
    <dgm:pt modelId="{BE1743FC-B603-4905-9B08-7E2EF4C8E227}" type="sibTrans" cxnId="{64151F4A-0A71-4F5B-AB3A-78D1C70FE386}">
      <dgm:prSet/>
      <dgm:spPr/>
      <dgm:t>
        <a:bodyPr/>
        <a:lstStyle/>
        <a:p>
          <a:endParaRPr lang="en-US"/>
        </a:p>
      </dgm:t>
    </dgm:pt>
    <dgm:pt modelId="{CF24F22E-238F-45B4-BDEE-DD952D30BB51}">
      <dgm:prSet/>
      <dgm:spPr/>
      <dgm:t>
        <a:bodyPr/>
        <a:lstStyle/>
        <a:p>
          <a:r>
            <a:rPr lang="en-US" dirty="0"/>
            <a:t>Perfect for </a:t>
          </a:r>
          <a:r>
            <a:rPr lang="en-US" dirty="0" err="1"/>
            <a:t>Setosa</a:t>
          </a:r>
          <a:r>
            <a:rPr lang="en-US" dirty="0"/>
            <a:t>, overlap between Versicolor &amp; Virginica</a:t>
          </a:r>
        </a:p>
      </dgm:t>
    </dgm:pt>
    <dgm:pt modelId="{921A2733-63E0-43DE-A339-66B86DC67D06}" type="parTrans" cxnId="{5FD56657-7EB0-4ECB-B46B-F31ECD8052D3}">
      <dgm:prSet/>
      <dgm:spPr/>
      <dgm:t>
        <a:bodyPr/>
        <a:lstStyle/>
        <a:p>
          <a:endParaRPr lang="en-US"/>
        </a:p>
      </dgm:t>
    </dgm:pt>
    <dgm:pt modelId="{9C665A18-7702-4373-8A0D-882579C01F07}" type="sibTrans" cxnId="{5FD56657-7EB0-4ECB-B46B-F31ECD8052D3}">
      <dgm:prSet/>
      <dgm:spPr/>
      <dgm:t>
        <a:bodyPr/>
        <a:lstStyle/>
        <a:p>
          <a:endParaRPr lang="en-US"/>
        </a:p>
      </dgm:t>
    </dgm:pt>
    <dgm:pt modelId="{2AB71C12-2FE5-46FC-A309-9E61418F9718}">
      <dgm:prSet/>
      <dgm:spPr/>
      <dgm:t>
        <a:bodyPr/>
        <a:lstStyle/>
        <a:p>
          <a:r>
            <a:rPr lang="en-US" dirty="0"/>
            <a:t>Kappa = 0.88, ROC = 0.94</a:t>
          </a:r>
        </a:p>
      </dgm:t>
    </dgm:pt>
    <dgm:pt modelId="{99045F87-ED93-43BC-B7E1-79B2318486E6}" type="parTrans" cxnId="{E168807F-81F0-4B9B-A464-AF4850B30798}">
      <dgm:prSet/>
      <dgm:spPr/>
      <dgm:t>
        <a:bodyPr/>
        <a:lstStyle/>
        <a:p>
          <a:endParaRPr lang="en-US"/>
        </a:p>
      </dgm:t>
    </dgm:pt>
    <dgm:pt modelId="{B0917861-30E6-425A-BA1F-16A3C4C301A2}" type="sibTrans" cxnId="{E168807F-81F0-4B9B-A464-AF4850B30798}">
      <dgm:prSet/>
      <dgm:spPr/>
      <dgm:t>
        <a:bodyPr/>
        <a:lstStyle/>
        <a:p>
          <a:endParaRPr lang="en-US"/>
        </a:p>
      </dgm:t>
    </dgm:pt>
    <dgm:pt modelId="{5E52B8CD-95CC-46DB-84DE-E34AFCDA39CF}" type="pres">
      <dgm:prSet presAssocID="{BA9E526C-D2C3-4C3F-B1E0-E20E492A6327}" presName="linear" presStyleCnt="0">
        <dgm:presLayoutVars>
          <dgm:animLvl val="lvl"/>
          <dgm:resizeHandles val="exact"/>
        </dgm:presLayoutVars>
      </dgm:prSet>
      <dgm:spPr/>
    </dgm:pt>
    <dgm:pt modelId="{0411242D-DAAF-4E11-945E-F4938AC7D4E9}" type="pres">
      <dgm:prSet presAssocID="{C545943C-38F2-468C-888F-91E5E75515A5}" presName="parentText" presStyleLbl="node1" presStyleIdx="0" presStyleCnt="5">
        <dgm:presLayoutVars>
          <dgm:chMax val="0"/>
          <dgm:bulletEnabled val="1"/>
        </dgm:presLayoutVars>
      </dgm:prSet>
      <dgm:spPr/>
    </dgm:pt>
    <dgm:pt modelId="{906DF33F-B43E-4C3F-AE82-99B6BABD5C0A}" type="pres">
      <dgm:prSet presAssocID="{761C0546-8F82-43A8-A439-B27C7A25E7A0}" presName="spacer" presStyleCnt="0"/>
      <dgm:spPr/>
    </dgm:pt>
    <dgm:pt modelId="{E363A9EA-29A2-4BDC-A6B1-C693B53C91B7}" type="pres">
      <dgm:prSet presAssocID="{776FAE3E-B6DB-4932-A1B4-4156AECBDFB2}" presName="parentText" presStyleLbl="node1" presStyleIdx="1" presStyleCnt="5">
        <dgm:presLayoutVars>
          <dgm:chMax val="0"/>
          <dgm:bulletEnabled val="1"/>
        </dgm:presLayoutVars>
      </dgm:prSet>
      <dgm:spPr/>
    </dgm:pt>
    <dgm:pt modelId="{AC524E8A-2B53-4D58-8A25-A1D63455B212}" type="pres">
      <dgm:prSet presAssocID="{F28001B1-E677-4736-8CD8-D4764C14E3A3}" presName="spacer" presStyleCnt="0"/>
      <dgm:spPr/>
    </dgm:pt>
    <dgm:pt modelId="{5C16970F-6828-456B-9D29-61DC0449E7F3}" type="pres">
      <dgm:prSet presAssocID="{971587F3-2099-40B1-B2EA-D6E0AA2D1D99}" presName="parentText" presStyleLbl="node1" presStyleIdx="2" presStyleCnt="5">
        <dgm:presLayoutVars>
          <dgm:chMax val="0"/>
          <dgm:bulletEnabled val="1"/>
        </dgm:presLayoutVars>
      </dgm:prSet>
      <dgm:spPr/>
    </dgm:pt>
    <dgm:pt modelId="{AA51BA31-A858-46DB-B788-C9C5F2C7DB28}" type="pres">
      <dgm:prSet presAssocID="{BE1743FC-B603-4905-9B08-7E2EF4C8E227}" presName="spacer" presStyleCnt="0"/>
      <dgm:spPr/>
    </dgm:pt>
    <dgm:pt modelId="{55B2BE31-062E-401F-A05A-F86ECA005B58}" type="pres">
      <dgm:prSet presAssocID="{CF24F22E-238F-45B4-BDEE-DD952D30BB51}" presName="parentText" presStyleLbl="node1" presStyleIdx="3" presStyleCnt="5">
        <dgm:presLayoutVars>
          <dgm:chMax val="0"/>
          <dgm:bulletEnabled val="1"/>
        </dgm:presLayoutVars>
      </dgm:prSet>
      <dgm:spPr/>
    </dgm:pt>
    <dgm:pt modelId="{7AD698B8-3557-4443-B0BA-6F3E50AA0A27}" type="pres">
      <dgm:prSet presAssocID="{9C665A18-7702-4373-8A0D-882579C01F07}" presName="spacer" presStyleCnt="0"/>
      <dgm:spPr/>
    </dgm:pt>
    <dgm:pt modelId="{B6EA8334-EB89-4372-92C5-FC411C73955B}" type="pres">
      <dgm:prSet presAssocID="{2AB71C12-2FE5-46FC-A309-9E61418F9718}" presName="parentText" presStyleLbl="node1" presStyleIdx="4" presStyleCnt="5">
        <dgm:presLayoutVars>
          <dgm:chMax val="0"/>
          <dgm:bulletEnabled val="1"/>
        </dgm:presLayoutVars>
      </dgm:prSet>
      <dgm:spPr/>
    </dgm:pt>
  </dgm:ptLst>
  <dgm:cxnLst>
    <dgm:cxn modelId="{32B23613-1E33-427B-8187-F6F1DD001CF5}" srcId="{BA9E526C-D2C3-4C3F-B1E0-E20E492A6327}" destId="{776FAE3E-B6DB-4932-A1B4-4156AECBDFB2}" srcOrd="1" destOrd="0" parTransId="{CA22F9EF-74A7-4DA7-A804-7EA0F247176B}" sibTransId="{F28001B1-E677-4736-8CD8-D4764C14E3A3}"/>
    <dgm:cxn modelId="{64151F4A-0A71-4F5B-AB3A-78D1C70FE386}" srcId="{BA9E526C-D2C3-4C3F-B1E0-E20E492A6327}" destId="{971587F3-2099-40B1-B2EA-D6E0AA2D1D99}" srcOrd="2" destOrd="0" parTransId="{4554F93D-18D5-425F-A766-DE7469EA43BC}" sibTransId="{BE1743FC-B603-4905-9B08-7E2EF4C8E227}"/>
    <dgm:cxn modelId="{020C6F4A-A5A4-4811-8783-B6F34327A52F}" type="presOf" srcId="{776FAE3E-B6DB-4932-A1B4-4156AECBDFB2}" destId="{E363A9EA-29A2-4BDC-A6B1-C693B53C91B7}" srcOrd="0" destOrd="0" presId="urn:microsoft.com/office/officeart/2005/8/layout/vList2"/>
    <dgm:cxn modelId="{5FD56657-7EB0-4ECB-B46B-F31ECD8052D3}" srcId="{BA9E526C-D2C3-4C3F-B1E0-E20E492A6327}" destId="{CF24F22E-238F-45B4-BDEE-DD952D30BB51}" srcOrd="3" destOrd="0" parTransId="{921A2733-63E0-43DE-A339-66B86DC67D06}" sibTransId="{9C665A18-7702-4373-8A0D-882579C01F07}"/>
    <dgm:cxn modelId="{E168807F-81F0-4B9B-A464-AF4850B30798}" srcId="{BA9E526C-D2C3-4C3F-B1E0-E20E492A6327}" destId="{2AB71C12-2FE5-46FC-A309-9E61418F9718}" srcOrd="4" destOrd="0" parTransId="{99045F87-ED93-43BC-B7E1-79B2318486E6}" sibTransId="{B0917861-30E6-425A-BA1F-16A3C4C301A2}"/>
    <dgm:cxn modelId="{3AD74B94-11E2-409D-838E-F8F65C7BFD24}" type="presOf" srcId="{971587F3-2099-40B1-B2EA-D6E0AA2D1D99}" destId="{5C16970F-6828-456B-9D29-61DC0449E7F3}" srcOrd="0" destOrd="0" presId="urn:microsoft.com/office/officeart/2005/8/layout/vList2"/>
    <dgm:cxn modelId="{0E1F7CAA-6D77-4039-B0DA-BE0C46E24EC0}" srcId="{BA9E526C-D2C3-4C3F-B1E0-E20E492A6327}" destId="{C545943C-38F2-468C-888F-91E5E75515A5}" srcOrd="0" destOrd="0" parTransId="{C5DA4F75-D6C8-4CD6-98ED-DEFB492B62CF}" sibTransId="{761C0546-8F82-43A8-A439-B27C7A25E7A0}"/>
    <dgm:cxn modelId="{A02BE1CA-1FD3-4A64-A626-D953BAE09E91}" type="presOf" srcId="{CF24F22E-238F-45B4-BDEE-DD952D30BB51}" destId="{55B2BE31-062E-401F-A05A-F86ECA005B58}" srcOrd="0" destOrd="0" presId="urn:microsoft.com/office/officeart/2005/8/layout/vList2"/>
    <dgm:cxn modelId="{7E29F3D3-0F7C-4F89-97A1-33C0E2BC2569}" type="presOf" srcId="{C545943C-38F2-468C-888F-91E5E75515A5}" destId="{0411242D-DAAF-4E11-945E-F4938AC7D4E9}" srcOrd="0" destOrd="0" presId="urn:microsoft.com/office/officeart/2005/8/layout/vList2"/>
    <dgm:cxn modelId="{6DDFB3E0-973F-4FC0-84D2-61C07A8D6AAB}" type="presOf" srcId="{BA9E526C-D2C3-4C3F-B1E0-E20E492A6327}" destId="{5E52B8CD-95CC-46DB-84DE-E34AFCDA39CF}" srcOrd="0" destOrd="0" presId="urn:microsoft.com/office/officeart/2005/8/layout/vList2"/>
    <dgm:cxn modelId="{9F9CF1FC-985B-4000-9E7E-4DF43A266FAB}" type="presOf" srcId="{2AB71C12-2FE5-46FC-A309-9E61418F9718}" destId="{B6EA8334-EB89-4372-92C5-FC411C73955B}" srcOrd="0" destOrd="0" presId="urn:microsoft.com/office/officeart/2005/8/layout/vList2"/>
    <dgm:cxn modelId="{C65B14AA-9C7E-4924-AB76-EEC3B11297B6}" type="presParOf" srcId="{5E52B8CD-95CC-46DB-84DE-E34AFCDA39CF}" destId="{0411242D-DAAF-4E11-945E-F4938AC7D4E9}" srcOrd="0" destOrd="0" presId="urn:microsoft.com/office/officeart/2005/8/layout/vList2"/>
    <dgm:cxn modelId="{0239E089-F7A3-4A33-B808-4FFFFA921A33}" type="presParOf" srcId="{5E52B8CD-95CC-46DB-84DE-E34AFCDA39CF}" destId="{906DF33F-B43E-4C3F-AE82-99B6BABD5C0A}" srcOrd="1" destOrd="0" presId="urn:microsoft.com/office/officeart/2005/8/layout/vList2"/>
    <dgm:cxn modelId="{61C6E4FA-A1E6-4E9F-8B4A-0D23C2813317}" type="presParOf" srcId="{5E52B8CD-95CC-46DB-84DE-E34AFCDA39CF}" destId="{E363A9EA-29A2-4BDC-A6B1-C693B53C91B7}" srcOrd="2" destOrd="0" presId="urn:microsoft.com/office/officeart/2005/8/layout/vList2"/>
    <dgm:cxn modelId="{AF08F058-EBB5-4FF3-87A7-6AE180858BBD}" type="presParOf" srcId="{5E52B8CD-95CC-46DB-84DE-E34AFCDA39CF}" destId="{AC524E8A-2B53-4D58-8A25-A1D63455B212}" srcOrd="3" destOrd="0" presId="urn:microsoft.com/office/officeart/2005/8/layout/vList2"/>
    <dgm:cxn modelId="{B656D2BA-0BDD-43A9-A90A-7859B8AB20AD}" type="presParOf" srcId="{5E52B8CD-95CC-46DB-84DE-E34AFCDA39CF}" destId="{5C16970F-6828-456B-9D29-61DC0449E7F3}" srcOrd="4" destOrd="0" presId="urn:microsoft.com/office/officeart/2005/8/layout/vList2"/>
    <dgm:cxn modelId="{C1453663-3601-46AD-813D-3ADC40C8D212}" type="presParOf" srcId="{5E52B8CD-95CC-46DB-84DE-E34AFCDA39CF}" destId="{AA51BA31-A858-46DB-B788-C9C5F2C7DB28}" srcOrd="5" destOrd="0" presId="urn:microsoft.com/office/officeart/2005/8/layout/vList2"/>
    <dgm:cxn modelId="{D2A176E9-4DC6-454D-AA29-BF59BB30797F}" type="presParOf" srcId="{5E52B8CD-95CC-46DB-84DE-E34AFCDA39CF}" destId="{55B2BE31-062E-401F-A05A-F86ECA005B58}" srcOrd="6" destOrd="0" presId="urn:microsoft.com/office/officeart/2005/8/layout/vList2"/>
    <dgm:cxn modelId="{684F1C06-6D81-4404-AE80-ECF7D77A91BB}" type="presParOf" srcId="{5E52B8CD-95CC-46DB-84DE-E34AFCDA39CF}" destId="{7AD698B8-3557-4443-B0BA-6F3E50AA0A27}" srcOrd="7" destOrd="0" presId="urn:microsoft.com/office/officeart/2005/8/layout/vList2"/>
    <dgm:cxn modelId="{48189B61-B983-4C5D-AEA4-C0A8B96D41C3}" type="presParOf" srcId="{5E52B8CD-95CC-46DB-84DE-E34AFCDA39CF}" destId="{B6EA8334-EB89-4372-92C5-FC411C73955B}" srcOrd="8"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E8B6C01F-C2D6-4520-A891-BD946622C93D}" type="doc">
      <dgm:prSet loTypeId="urn:microsoft.com/office/officeart/2008/layout/LinedList" loCatId="list" qsTypeId="urn:microsoft.com/office/officeart/2005/8/quickstyle/simple1" qsCatId="simple" csTypeId="urn:microsoft.com/office/officeart/2005/8/colors/accent2_2" csCatId="accent2" phldr="1"/>
      <dgm:spPr/>
      <dgm:t>
        <a:bodyPr/>
        <a:lstStyle/>
        <a:p>
          <a:endParaRPr lang="en-US"/>
        </a:p>
      </dgm:t>
    </dgm:pt>
    <dgm:pt modelId="{5330BC49-8536-444F-BDC4-3E31973FFDD1}">
      <dgm:prSet/>
      <dgm:spPr/>
      <dgm:t>
        <a:bodyPr/>
        <a:lstStyle/>
        <a:p>
          <a:pPr>
            <a:lnSpc>
              <a:spcPct val="100000"/>
            </a:lnSpc>
          </a:pPr>
          <a:r>
            <a:rPr lang="en-US" b="1" dirty="0"/>
            <a:t>Naïve Bayes and IB1</a:t>
          </a:r>
          <a:r>
            <a:rPr lang="en-US" dirty="0"/>
            <a:t> achieved the </a:t>
          </a:r>
          <a:r>
            <a:rPr lang="en-US" b="1" dirty="0"/>
            <a:t>highest accuracy (~96%)</a:t>
          </a:r>
          <a:r>
            <a:rPr lang="en-US" dirty="0"/>
            <a:t> on the </a:t>
          </a:r>
          <a:r>
            <a:rPr lang="en-US" i="1" dirty="0"/>
            <a:t>Iris dataset</a:t>
          </a:r>
          <a:r>
            <a:rPr lang="en-US" dirty="0"/>
            <a:t>, proving strong class separability.</a:t>
          </a:r>
        </a:p>
      </dgm:t>
    </dgm:pt>
    <dgm:pt modelId="{8B638350-C53C-49EE-B474-295A343D8974}" type="parTrans" cxnId="{68DFC6AA-BC52-4410-AB0C-228383727150}">
      <dgm:prSet/>
      <dgm:spPr/>
      <dgm:t>
        <a:bodyPr/>
        <a:lstStyle/>
        <a:p>
          <a:endParaRPr lang="en-US"/>
        </a:p>
      </dgm:t>
    </dgm:pt>
    <dgm:pt modelId="{C4D213C3-EB93-495F-B8A2-3EBA4BDD1530}" type="sibTrans" cxnId="{68DFC6AA-BC52-4410-AB0C-228383727150}">
      <dgm:prSet/>
      <dgm:spPr/>
      <dgm:t>
        <a:bodyPr/>
        <a:lstStyle/>
        <a:p>
          <a:pPr>
            <a:lnSpc>
              <a:spcPct val="100000"/>
            </a:lnSpc>
          </a:pPr>
          <a:endParaRPr lang="en-US"/>
        </a:p>
      </dgm:t>
    </dgm:pt>
    <dgm:pt modelId="{42374327-AD27-4ADA-9681-B49C6BEAFB53}">
      <dgm:prSet/>
      <dgm:spPr/>
      <dgm:t>
        <a:bodyPr/>
        <a:lstStyle/>
        <a:p>
          <a:pPr>
            <a:lnSpc>
              <a:spcPct val="100000"/>
            </a:lnSpc>
          </a:pPr>
          <a:r>
            <a:rPr lang="en-US" b="1" dirty="0"/>
            <a:t>Multiple Linear Regression</a:t>
          </a:r>
          <a:r>
            <a:rPr lang="en-US" dirty="0"/>
            <a:t> on the </a:t>
          </a:r>
          <a:r>
            <a:rPr lang="en-US" i="1" dirty="0"/>
            <a:t>CPU dataset</a:t>
          </a:r>
          <a:r>
            <a:rPr lang="en-US" dirty="0"/>
            <a:t> showed a </a:t>
          </a:r>
          <a:r>
            <a:rPr lang="en-US" b="1" dirty="0"/>
            <a:t>strong correlation (0.90)</a:t>
          </a:r>
          <a:r>
            <a:rPr lang="en-US" dirty="0"/>
            <a:t> and improved prediction accuracy.</a:t>
          </a:r>
        </a:p>
      </dgm:t>
    </dgm:pt>
    <dgm:pt modelId="{0D517BDC-26BF-4A17-8F3B-309863CD0C6E}" type="parTrans" cxnId="{370065D8-8A34-4BEE-B766-30B9E3272DF8}">
      <dgm:prSet/>
      <dgm:spPr/>
      <dgm:t>
        <a:bodyPr/>
        <a:lstStyle/>
        <a:p>
          <a:endParaRPr lang="en-US"/>
        </a:p>
      </dgm:t>
    </dgm:pt>
    <dgm:pt modelId="{7700F097-7289-4457-9B06-5E30DEE1CFEA}" type="sibTrans" cxnId="{370065D8-8A34-4BEE-B766-30B9E3272DF8}">
      <dgm:prSet/>
      <dgm:spPr/>
      <dgm:t>
        <a:bodyPr/>
        <a:lstStyle/>
        <a:p>
          <a:pPr>
            <a:lnSpc>
              <a:spcPct val="100000"/>
            </a:lnSpc>
          </a:pPr>
          <a:endParaRPr lang="en-US"/>
        </a:p>
      </dgm:t>
    </dgm:pt>
    <dgm:pt modelId="{7F7A7835-F02D-4FE5-BE1A-81DB172EDF2B}">
      <dgm:prSet/>
      <dgm:spPr/>
      <dgm:t>
        <a:bodyPr/>
        <a:lstStyle/>
        <a:p>
          <a:pPr>
            <a:lnSpc>
              <a:spcPct val="100000"/>
            </a:lnSpc>
          </a:pPr>
          <a:r>
            <a:rPr lang="en-US" b="1" dirty="0"/>
            <a:t>Logistic Regression</a:t>
          </a:r>
          <a:r>
            <a:rPr lang="en-US" dirty="0"/>
            <a:t> outperformed </a:t>
          </a:r>
          <a:r>
            <a:rPr lang="en-US" b="1" dirty="0"/>
            <a:t>Winnow</a:t>
          </a:r>
          <a:r>
            <a:rPr lang="en-US" dirty="0"/>
            <a:t> on the </a:t>
          </a:r>
          <a:r>
            <a:rPr lang="en-US" i="1" dirty="0"/>
            <a:t>Breast Cancer dataset</a:t>
          </a:r>
          <a:r>
            <a:rPr lang="en-US" dirty="0"/>
            <a:t>, offering more reliable classification.</a:t>
          </a:r>
        </a:p>
      </dgm:t>
    </dgm:pt>
    <dgm:pt modelId="{121E7575-A6E5-4472-8D45-890421C972B7}" type="parTrans" cxnId="{F51995EB-D915-4AD4-BDD3-96193C56D351}">
      <dgm:prSet/>
      <dgm:spPr/>
      <dgm:t>
        <a:bodyPr/>
        <a:lstStyle/>
        <a:p>
          <a:endParaRPr lang="en-US"/>
        </a:p>
      </dgm:t>
    </dgm:pt>
    <dgm:pt modelId="{2BDC0EA5-B4E5-4B2E-8784-AC3FEDB08A47}" type="sibTrans" cxnId="{F51995EB-D915-4AD4-BDD3-96193C56D351}">
      <dgm:prSet/>
      <dgm:spPr/>
      <dgm:t>
        <a:bodyPr/>
        <a:lstStyle/>
        <a:p>
          <a:pPr>
            <a:lnSpc>
              <a:spcPct val="100000"/>
            </a:lnSpc>
          </a:pPr>
          <a:endParaRPr lang="en-US"/>
        </a:p>
      </dgm:t>
    </dgm:pt>
    <dgm:pt modelId="{64FA16FE-1B70-4515-A093-B4749EA3F0C8}">
      <dgm:prSet/>
      <dgm:spPr/>
      <dgm:t>
        <a:bodyPr/>
        <a:lstStyle/>
        <a:p>
          <a:pPr>
            <a:lnSpc>
              <a:spcPct val="100000"/>
            </a:lnSpc>
          </a:pPr>
          <a:r>
            <a:rPr lang="en-US" b="1" dirty="0" err="1"/>
            <a:t>Apriori</a:t>
          </a:r>
          <a:r>
            <a:rPr lang="en-US" dirty="0"/>
            <a:t> effectively uncovered </a:t>
          </a:r>
          <a:r>
            <a:rPr lang="en-US" b="1" dirty="0"/>
            <a:t>meaningful association rules</a:t>
          </a:r>
          <a:r>
            <a:rPr lang="en-US" dirty="0"/>
            <a:t> (</a:t>
          </a:r>
          <a:r>
            <a:rPr lang="en-US" i="1" dirty="0"/>
            <a:t>Biscuits → Bread &amp; Cake</a:t>
          </a:r>
          <a:r>
            <a:rPr lang="en-US" dirty="0"/>
            <a:t>, 92% confidence, Lift 1.27).</a:t>
          </a:r>
        </a:p>
      </dgm:t>
    </dgm:pt>
    <dgm:pt modelId="{B64609EC-B905-4B19-9196-EE85487D9F79}" type="parTrans" cxnId="{60D2A40A-B223-4472-B5C3-66EE72B614DA}">
      <dgm:prSet/>
      <dgm:spPr/>
      <dgm:t>
        <a:bodyPr/>
        <a:lstStyle/>
        <a:p>
          <a:endParaRPr lang="en-US"/>
        </a:p>
      </dgm:t>
    </dgm:pt>
    <dgm:pt modelId="{65E8252C-9695-467C-A3DB-51B2A785F3CA}" type="sibTrans" cxnId="{60D2A40A-B223-4472-B5C3-66EE72B614DA}">
      <dgm:prSet/>
      <dgm:spPr/>
      <dgm:t>
        <a:bodyPr/>
        <a:lstStyle/>
        <a:p>
          <a:pPr>
            <a:lnSpc>
              <a:spcPct val="100000"/>
            </a:lnSpc>
          </a:pPr>
          <a:endParaRPr lang="en-US"/>
        </a:p>
      </dgm:t>
    </dgm:pt>
    <dgm:pt modelId="{D33E940B-4D29-4143-A32B-6288878CAD6A}">
      <dgm:prSet/>
      <dgm:spPr/>
      <dgm:t>
        <a:bodyPr/>
        <a:lstStyle/>
        <a:p>
          <a:pPr>
            <a:lnSpc>
              <a:spcPct val="100000"/>
            </a:lnSpc>
          </a:pPr>
          <a:r>
            <a:rPr lang="en-US" b="1" dirty="0"/>
            <a:t>Clustering models</a:t>
          </a:r>
          <a:r>
            <a:rPr lang="en-US" dirty="0"/>
            <a:t> (K-Means, Cobweb, Hierarchical) successfully grouped </a:t>
          </a:r>
          <a:r>
            <a:rPr lang="en-US" i="1" dirty="0"/>
            <a:t>Iris species</a:t>
          </a:r>
          <a:r>
            <a:rPr lang="en-US" dirty="0"/>
            <a:t>, confirming natural data structure.</a:t>
          </a:r>
        </a:p>
      </dgm:t>
    </dgm:pt>
    <dgm:pt modelId="{82A42F73-2693-4538-9252-3CBBB24BB79A}" type="parTrans" cxnId="{2F35C8F2-5B0F-4ED9-91F2-1396BDE734BD}">
      <dgm:prSet/>
      <dgm:spPr/>
      <dgm:t>
        <a:bodyPr/>
        <a:lstStyle/>
        <a:p>
          <a:endParaRPr lang="en-US"/>
        </a:p>
      </dgm:t>
    </dgm:pt>
    <dgm:pt modelId="{0488E0A4-097D-4056-9ECB-70B8A6E45D2E}" type="sibTrans" cxnId="{2F35C8F2-5B0F-4ED9-91F2-1396BDE734BD}">
      <dgm:prSet/>
      <dgm:spPr/>
      <dgm:t>
        <a:bodyPr/>
        <a:lstStyle/>
        <a:p>
          <a:pPr>
            <a:lnSpc>
              <a:spcPct val="100000"/>
            </a:lnSpc>
          </a:pPr>
          <a:endParaRPr lang="en-US"/>
        </a:p>
      </dgm:t>
    </dgm:pt>
    <dgm:pt modelId="{7CF98872-A2E9-454F-AD01-87AB7FCF235F}">
      <dgm:prSet/>
      <dgm:spPr/>
      <dgm:t>
        <a:bodyPr/>
        <a:lstStyle/>
        <a:p>
          <a:pPr>
            <a:lnSpc>
              <a:spcPct val="100000"/>
            </a:lnSpc>
          </a:pPr>
          <a:r>
            <a:rPr lang="en-US" b="1" dirty="0"/>
            <a:t>Overall Insight:</a:t>
          </a:r>
          <a:br>
            <a:rPr lang="en-US" dirty="0"/>
          </a:br>
          <a:r>
            <a:rPr lang="en-US" dirty="0"/>
            <a:t>Different models excel in different domains — WEKA demonstrates that </a:t>
          </a:r>
          <a:r>
            <a:rPr lang="en-US" b="1" dirty="0"/>
            <a:t>model selection depends on dataset type and objective</a:t>
          </a:r>
          <a:r>
            <a:rPr lang="en-US" dirty="0"/>
            <a:t>.</a:t>
          </a:r>
        </a:p>
      </dgm:t>
    </dgm:pt>
    <dgm:pt modelId="{F8335016-F2B7-48AC-B45A-B83C7BCF4FD6}" type="parTrans" cxnId="{4E6788C8-B604-4A0D-B804-4CAEB99E5B21}">
      <dgm:prSet/>
      <dgm:spPr/>
      <dgm:t>
        <a:bodyPr/>
        <a:lstStyle/>
        <a:p>
          <a:endParaRPr lang="en-US"/>
        </a:p>
      </dgm:t>
    </dgm:pt>
    <dgm:pt modelId="{AC6236DE-AFF0-496B-B533-5877E1907167}" type="sibTrans" cxnId="{4E6788C8-B604-4A0D-B804-4CAEB99E5B21}">
      <dgm:prSet/>
      <dgm:spPr/>
      <dgm:t>
        <a:bodyPr/>
        <a:lstStyle/>
        <a:p>
          <a:endParaRPr lang="en-US"/>
        </a:p>
      </dgm:t>
    </dgm:pt>
    <dgm:pt modelId="{86D09C1E-9373-411B-88DA-EA170ECF879A}" type="pres">
      <dgm:prSet presAssocID="{E8B6C01F-C2D6-4520-A891-BD946622C93D}" presName="vert0" presStyleCnt="0">
        <dgm:presLayoutVars>
          <dgm:dir/>
          <dgm:animOne val="branch"/>
          <dgm:animLvl val="lvl"/>
        </dgm:presLayoutVars>
      </dgm:prSet>
      <dgm:spPr/>
    </dgm:pt>
    <dgm:pt modelId="{370C1F84-6AE4-4697-AE7F-5DC1FDE41E64}" type="pres">
      <dgm:prSet presAssocID="{5330BC49-8536-444F-BDC4-3E31973FFDD1}" presName="thickLine" presStyleLbl="alignNode1" presStyleIdx="0" presStyleCnt="6"/>
      <dgm:spPr/>
    </dgm:pt>
    <dgm:pt modelId="{F7749A73-E1C9-48E2-9F73-03E1351FBD08}" type="pres">
      <dgm:prSet presAssocID="{5330BC49-8536-444F-BDC4-3E31973FFDD1}" presName="horz1" presStyleCnt="0"/>
      <dgm:spPr/>
    </dgm:pt>
    <dgm:pt modelId="{B0A25E69-BCA5-458F-8AA0-B9EDEAB6760D}" type="pres">
      <dgm:prSet presAssocID="{5330BC49-8536-444F-BDC4-3E31973FFDD1}" presName="tx1" presStyleLbl="revTx" presStyleIdx="0" presStyleCnt="6"/>
      <dgm:spPr/>
    </dgm:pt>
    <dgm:pt modelId="{B11432B3-AA7A-4B40-8399-2A5888FD1D41}" type="pres">
      <dgm:prSet presAssocID="{5330BC49-8536-444F-BDC4-3E31973FFDD1}" presName="vert1" presStyleCnt="0"/>
      <dgm:spPr/>
    </dgm:pt>
    <dgm:pt modelId="{9198C9E6-8212-414E-B517-0F311F2CE76E}" type="pres">
      <dgm:prSet presAssocID="{42374327-AD27-4ADA-9681-B49C6BEAFB53}" presName="thickLine" presStyleLbl="alignNode1" presStyleIdx="1" presStyleCnt="6"/>
      <dgm:spPr/>
    </dgm:pt>
    <dgm:pt modelId="{31DC11C9-81D5-430C-B6C9-2C4A7678AF81}" type="pres">
      <dgm:prSet presAssocID="{42374327-AD27-4ADA-9681-B49C6BEAFB53}" presName="horz1" presStyleCnt="0"/>
      <dgm:spPr/>
    </dgm:pt>
    <dgm:pt modelId="{5B2738A3-84CA-4653-A898-82635E271BC2}" type="pres">
      <dgm:prSet presAssocID="{42374327-AD27-4ADA-9681-B49C6BEAFB53}" presName="tx1" presStyleLbl="revTx" presStyleIdx="1" presStyleCnt="6"/>
      <dgm:spPr/>
    </dgm:pt>
    <dgm:pt modelId="{3F1BC869-0869-4C74-ACAA-37B590C0FB52}" type="pres">
      <dgm:prSet presAssocID="{42374327-AD27-4ADA-9681-B49C6BEAFB53}" presName="vert1" presStyleCnt="0"/>
      <dgm:spPr/>
    </dgm:pt>
    <dgm:pt modelId="{7AE542C5-F6F9-4A42-88B7-7C65FEA81A8A}" type="pres">
      <dgm:prSet presAssocID="{7F7A7835-F02D-4FE5-BE1A-81DB172EDF2B}" presName="thickLine" presStyleLbl="alignNode1" presStyleIdx="2" presStyleCnt="6"/>
      <dgm:spPr/>
    </dgm:pt>
    <dgm:pt modelId="{C921C831-D10E-4199-9CC5-A869343DCF61}" type="pres">
      <dgm:prSet presAssocID="{7F7A7835-F02D-4FE5-BE1A-81DB172EDF2B}" presName="horz1" presStyleCnt="0"/>
      <dgm:spPr/>
    </dgm:pt>
    <dgm:pt modelId="{1BFD2672-DEB7-4676-9364-4029323787BA}" type="pres">
      <dgm:prSet presAssocID="{7F7A7835-F02D-4FE5-BE1A-81DB172EDF2B}" presName="tx1" presStyleLbl="revTx" presStyleIdx="2" presStyleCnt="6"/>
      <dgm:spPr/>
    </dgm:pt>
    <dgm:pt modelId="{1D3170FD-AA61-4C18-B06B-ADE4FFF2B7F3}" type="pres">
      <dgm:prSet presAssocID="{7F7A7835-F02D-4FE5-BE1A-81DB172EDF2B}" presName="vert1" presStyleCnt="0"/>
      <dgm:spPr/>
    </dgm:pt>
    <dgm:pt modelId="{156106D0-5C45-47D2-B117-5556122C34F1}" type="pres">
      <dgm:prSet presAssocID="{64FA16FE-1B70-4515-A093-B4749EA3F0C8}" presName="thickLine" presStyleLbl="alignNode1" presStyleIdx="3" presStyleCnt="6"/>
      <dgm:spPr/>
    </dgm:pt>
    <dgm:pt modelId="{8197013F-2440-4940-A9B7-5350274BF64A}" type="pres">
      <dgm:prSet presAssocID="{64FA16FE-1B70-4515-A093-B4749EA3F0C8}" presName="horz1" presStyleCnt="0"/>
      <dgm:spPr/>
    </dgm:pt>
    <dgm:pt modelId="{E5B86436-9DCB-4660-AA5E-DB67EF8EE1D3}" type="pres">
      <dgm:prSet presAssocID="{64FA16FE-1B70-4515-A093-B4749EA3F0C8}" presName="tx1" presStyleLbl="revTx" presStyleIdx="3" presStyleCnt="6"/>
      <dgm:spPr/>
    </dgm:pt>
    <dgm:pt modelId="{1D7E7615-7513-49EA-AA05-F458689D6A11}" type="pres">
      <dgm:prSet presAssocID="{64FA16FE-1B70-4515-A093-B4749EA3F0C8}" presName="vert1" presStyleCnt="0"/>
      <dgm:spPr/>
    </dgm:pt>
    <dgm:pt modelId="{84E13BAB-EB1A-4125-9FC5-6C4DB726E45A}" type="pres">
      <dgm:prSet presAssocID="{D33E940B-4D29-4143-A32B-6288878CAD6A}" presName="thickLine" presStyleLbl="alignNode1" presStyleIdx="4" presStyleCnt="6"/>
      <dgm:spPr/>
    </dgm:pt>
    <dgm:pt modelId="{49F50073-F3B4-4E54-9497-A0BBB8AAE171}" type="pres">
      <dgm:prSet presAssocID="{D33E940B-4D29-4143-A32B-6288878CAD6A}" presName="horz1" presStyleCnt="0"/>
      <dgm:spPr/>
    </dgm:pt>
    <dgm:pt modelId="{B6123A04-7E52-42DE-90C1-9F3498804A19}" type="pres">
      <dgm:prSet presAssocID="{D33E940B-4D29-4143-A32B-6288878CAD6A}" presName="tx1" presStyleLbl="revTx" presStyleIdx="4" presStyleCnt="6"/>
      <dgm:spPr/>
    </dgm:pt>
    <dgm:pt modelId="{DCC75EAB-D861-45FB-BC59-7F2B564D4D34}" type="pres">
      <dgm:prSet presAssocID="{D33E940B-4D29-4143-A32B-6288878CAD6A}" presName="vert1" presStyleCnt="0"/>
      <dgm:spPr/>
    </dgm:pt>
    <dgm:pt modelId="{6345A5C9-860F-4E1C-995B-A0F78410643C}" type="pres">
      <dgm:prSet presAssocID="{7CF98872-A2E9-454F-AD01-87AB7FCF235F}" presName="thickLine" presStyleLbl="alignNode1" presStyleIdx="5" presStyleCnt="6"/>
      <dgm:spPr/>
    </dgm:pt>
    <dgm:pt modelId="{92A48AF8-DE15-4A11-954A-F3DC059098F9}" type="pres">
      <dgm:prSet presAssocID="{7CF98872-A2E9-454F-AD01-87AB7FCF235F}" presName="horz1" presStyleCnt="0"/>
      <dgm:spPr/>
    </dgm:pt>
    <dgm:pt modelId="{22C37749-726A-47A2-B6CB-603123EFE9E2}" type="pres">
      <dgm:prSet presAssocID="{7CF98872-A2E9-454F-AD01-87AB7FCF235F}" presName="tx1" presStyleLbl="revTx" presStyleIdx="5" presStyleCnt="6"/>
      <dgm:spPr/>
    </dgm:pt>
    <dgm:pt modelId="{9F0E0C60-B30E-4F2D-90C5-9C6C0ACE8046}" type="pres">
      <dgm:prSet presAssocID="{7CF98872-A2E9-454F-AD01-87AB7FCF235F}" presName="vert1" presStyleCnt="0"/>
      <dgm:spPr/>
    </dgm:pt>
  </dgm:ptLst>
  <dgm:cxnLst>
    <dgm:cxn modelId="{60D2A40A-B223-4472-B5C3-66EE72B614DA}" srcId="{E8B6C01F-C2D6-4520-A891-BD946622C93D}" destId="{64FA16FE-1B70-4515-A093-B4749EA3F0C8}" srcOrd="3" destOrd="0" parTransId="{B64609EC-B905-4B19-9196-EE85487D9F79}" sibTransId="{65E8252C-9695-467C-A3DB-51B2A785F3CA}"/>
    <dgm:cxn modelId="{9304D22A-B53F-4F67-92D2-76941A20AF1E}" type="presOf" srcId="{E8B6C01F-C2D6-4520-A891-BD946622C93D}" destId="{86D09C1E-9373-411B-88DA-EA170ECF879A}" srcOrd="0" destOrd="0" presId="urn:microsoft.com/office/officeart/2008/layout/LinedList"/>
    <dgm:cxn modelId="{203B3E35-D468-491A-95F1-4CA666226E0B}" type="presOf" srcId="{D33E940B-4D29-4143-A32B-6288878CAD6A}" destId="{B6123A04-7E52-42DE-90C1-9F3498804A19}" srcOrd="0" destOrd="0" presId="urn:microsoft.com/office/officeart/2008/layout/LinedList"/>
    <dgm:cxn modelId="{7092BE61-651A-4060-8FC8-CC5915C08A99}" type="presOf" srcId="{5330BC49-8536-444F-BDC4-3E31973FFDD1}" destId="{B0A25E69-BCA5-458F-8AA0-B9EDEAB6760D}" srcOrd="0" destOrd="0" presId="urn:microsoft.com/office/officeart/2008/layout/LinedList"/>
    <dgm:cxn modelId="{B152EE61-D825-4EE0-B4CB-122F01C44F69}" type="presOf" srcId="{42374327-AD27-4ADA-9681-B49C6BEAFB53}" destId="{5B2738A3-84CA-4653-A898-82635E271BC2}" srcOrd="0" destOrd="0" presId="urn:microsoft.com/office/officeart/2008/layout/LinedList"/>
    <dgm:cxn modelId="{8D31F782-444B-468F-9329-C8481BB12EF8}" type="presOf" srcId="{7CF98872-A2E9-454F-AD01-87AB7FCF235F}" destId="{22C37749-726A-47A2-B6CB-603123EFE9E2}" srcOrd="0" destOrd="0" presId="urn:microsoft.com/office/officeart/2008/layout/LinedList"/>
    <dgm:cxn modelId="{68DFC6AA-BC52-4410-AB0C-228383727150}" srcId="{E8B6C01F-C2D6-4520-A891-BD946622C93D}" destId="{5330BC49-8536-444F-BDC4-3E31973FFDD1}" srcOrd="0" destOrd="0" parTransId="{8B638350-C53C-49EE-B474-295A343D8974}" sibTransId="{C4D213C3-EB93-495F-B8A2-3EBA4BDD1530}"/>
    <dgm:cxn modelId="{4E6788C8-B604-4A0D-B804-4CAEB99E5B21}" srcId="{E8B6C01F-C2D6-4520-A891-BD946622C93D}" destId="{7CF98872-A2E9-454F-AD01-87AB7FCF235F}" srcOrd="5" destOrd="0" parTransId="{F8335016-F2B7-48AC-B45A-B83C7BCF4FD6}" sibTransId="{AC6236DE-AFF0-496B-B533-5877E1907167}"/>
    <dgm:cxn modelId="{370065D8-8A34-4BEE-B766-30B9E3272DF8}" srcId="{E8B6C01F-C2D6-4520-A891-BD946622C93D}" destId="{42374327-AD27-4ADA-9681-B49C6BEAFB53}" srcOrd="1" destOrd="0" parTransId="{0D517BDC-26BF-4A17-8F3B-309863CD0C6E}" sibTransId="{7700F097-7289-4457-9B06-5E30DEE1CFEA}"/>
    <dgm:cxn modelId="{D1B82DDC-6448-413A-92A8-0F1C7392CEBD}" type="presOf" srcId="{7F7A7835-F02D-4FE5-BE1A-81DB172EDF2B}" destId="{1BFD2672-DEB7-4676-9364-4029323787BA}" srcOrd="0" destOrd="0" presId="urn:microsoft.com/office/officeart/2008/layout/LinedList"/>
    <dgm:cxn modelId="{F51995EB-D915-4AD4-BDD3-96193C56D351}" srcId="{E8B6C01F-C2D6-4520-A891-BD946622C93D}" destId="{7F7A7835-F02D-4FE5-BE1A-81DB172EDF2B}" srcOrd="2" destOrd="0" parTransId="{121E7575-A6E5-4472-8D45-890421C972B7}" sibTransId="{2BDC0EA5-B4E5-4B2E-8784-AC3FEDB08A47}"/>
    <dgm:cxn modelId="{1798ADEC-384C-4C75-AE8B-639D9EBB431B}" type="presOf" srcId="{64FA16FE-1B70-4515-A093-B4749EA3F0C8}" destId="{E5B86436-9DCB-4660-AA5E-DB67EF8EE1D3}" srcOrd="0" destOrd="0" presId="urn:microsoft.com/office/officeart/2008/layout/LinedList"/>
    <dgm:cxn modelId="{2F35C8F2-5B0F-4ED9-91F2-1396BDE734BD}" srcId="{E8B6C01F-C2D6-4520-A891-BD946622C93D}" destId="{D33E940B-4D29-4143-A32B-6288878CAD6A}" srcOrd="4" destOrd="0" parTransId="{82A42F73-2693-4538-9252-3CBBB24BB79A}" sibTransId="{0488E0A4-097D-4056-9ECB-70B8A6E45D2E}"/>
    <dgm:cxn modelId="{73B04E01-993A-4E5A-A3C3-D60F0F515C3D}" type="presParOf" srcId="{86D09C1E-9373-411B-88DA-EA170ECF879A}" destId="{370C1F84-6AE4-4697-AE7F-5DC1FDE41E64}" srcOrd="0" destOrd="0" presId="urn:microsoft.com/office/officeart/2008/layout/LinedList"/>
    <dgm:cxn modelId="{73AD5745-722A-478B-A923-51204FED7B9E}" type="presParOf" srcId="{86D09C1E-9373-411B-88DA-EA170ECF879A}" destId="{F7749A73-E1C9-48E2-9F73-03E1351FBD08}" srcOrd="1" destOrd="0" presId="urn:microsoft.com/office/officeart/2008/layout/LinedList"/>
    <dgm:cxn modelId="{3645C295-1103-4F5D-8142-8C510910E180}" type="presParOf" srcId="{F7749A73-E1C9-48E2-9F73-03E1351FBD08}" destId="{B0A25E69-BCA5-458F-8AA0-B9EDEAB6760D}" srcOrd="0" destOrd="0" presId="urn:microsoft.com/office/officeart/2008/layout/LinedList"/>
    <dgm:cxn modelId="{E154529A-0A2C-40BA-885C-28118B1EDE0D}" type="presParOf" srcId="{F7749A73-E1C9-48E2-9F73-03E1351FBD08}" destId="{B11432B3-AA7A-4B40-8399-2A5888FD1D41}" srcOrd="1" destOrd="0" presId="urn:microsoft.com/office/officeart/2008/layout/LinedList"/>
    <dgm:cxn modelId="{9B81471C-CFAA-4EA6-B0B7-CE8F203D335B}" type="presParOf" srcId="{86D09C1E-9373-411B-88DA-EA170ECF879A}" destId="{9198C9E6-8212-414E-B517-0F311F2CE76E}" srcOrd="2" destOrd="0" presId="urn:microsoft.com/office/officeart/2008/layout/LinedList"/>
    <dgm:cxn modelId="{3256893B-EB77-4A7B-8BC0-39F1FC3AE29B}" type="presParOf" srcId="{86D09C1E-9373-411B-88DA-EA170ECF879A}" destId="{31DC11C9-81D5-430C-B6C9-2C4A7678AF81}" srcOrd="3" destOrd="0" presId="urn:microsoft.com/office/officeart/2008/layout/LinedList"/>
    <dgm:cxn modelId="{E1222C62-9AF3-4474-938C-E2A9AA945602}" type="presParOf" srcId="{31DC11C9-81D5-430C-B6C9-2C4A7678AF81}" destId="{5B2738A3-84CA-4653-A898-82635E271BC2}" srcOrd="0" destOrd="0" presId="urn:microsoft.com/office/officeart/2008/layout/LinedList"/>
    <dgm:cxn modelId="{8CF10CC7-3454-4EE0-860F-3DDA085CE4FB}" type="presParOf" srcId="{31DC11C9-81D5-430C-B6C9-2C4A7678AF81}" destId="{3F1BC869-0869-4C74-ACAA-37B590C0FB52}" srcOrd="1" destOrd="0" presId="urn:microsoft.com/office/officeart/2008/layout/LinedList"/>
    <dgm:cxn modelId="{B824880E-63F5-42D8-8FD1-E2ECD7A0354E}" type="presParOf" srcId="{86D09C1E-9373-411B-88DA-EA170ECF879A}" destId="{7AE542C5-F6F9-4A42-88B7-7C65FEA81A8A}" srcOrd="4" destOrd="0" presId="urn:microsoft.com/office/officeart/2008/layout/LinedList"/>
    <dgm:cxn modelId="{A3B6792B-3778-445B-9B6C-00714BCB154A}" type="presParOf" srcId="{86D09C1E-9373-411B-88DA-EA170ECF879A}" destId="{C921C831-D10E-4199-9CC5-A869343DCF61}" srcOrd="5" destOrd="0" presId="urn:microsoft.com/office/officeart/2008/layout/LinedList"/>
    <dgm:cxn modelId="{2C9E6F09-D8BC-44A7-8870-6D1A28DC03C0}" type="presParOf" srcId="{C921C831-D10E-4199-9CC5-A869343DCF61}" destId="{1BFD2672-DEB7-4676-9364-4029323787BA}" srcOrd="0" destOrd="0" presId="urn:microsoft.com/office/officeart/2008/layout/LinedList"/>
    <dgm:cxn modelId="{8D3E9700-B720-4A24-990F-2CFF0024C457}" type="presParOf" srcId="{C921C831-D10E-4199-9CC5-A869343DCF61}" destId="{1D3170FD-AA61-4C18-B06B-ADE4FFF2B7F3}" srcOrd="1" destOrd="0" presId="urn:microsoft.com/office/officeart/2008/layout/LinedList"/>
    <dgm:cxn modelId="{1DD99827-1F90-49E3-A4CE-4AFAD7700126}" type="presParOf" srcId="{86D09C1E-9373-411B-88DA-EA170ECF879A}" destId="{156106D0-5C45-47D2-B117-5556122C34F1}" srcOrd="6" destOrd="0" presId="urn:microsoft.com/office/officeart/2008/layout/LinedList"/>
    <dgm:cxn modelId="{58A170B2-5B40-4756-BEE9-F1C5214F2440}" type="presParOf" srcId="{86D09C1E-9373-411B-88DA-EA170ECF879A}" destId="{8197013F-2440-4940-A9B7-5350274BF64A}" srcOrd="7" destOrd="0" presId="urn:microsoft.com/office/officeart/2008/layout/LinedList"/>
    <dgm:cxn modelId="{3F507FFF-C6DB-45B6-AD37-D619B658E620}" type="presParOf" srcId="{8197013F-2440-4940-A9B7-5350274BF64A}" destId="{E5B86436-9DCB-4660-AA5E-DB67EF8EE1D3}" srcOrd="0" destOrd="0" presId="urn:microsoft.com/office/officeart/2008/layout/LinedList"/>
    <dgm:cxn modelId="{33213F9D-9D20-4DD8-89FB-E62CE882E531}" type="presParOf" srcId="{8197013F-2440-4940-A9B7-5350274BF64A}" destId="{1D7E7615-7513-49EA-AA05-F458689D6A11}" srcOrd="1" destOrd="0" presId="urn:microsoft.com/office/officeart/2008/layout/LinedList"/>
    <dgm:cxn modelId="{83E0D435-5014-4A85-8B12-38B38BB60FDB}" type="presParOf" srcId="{86D09C1E-9373-411B-88DA-EA170ECF879A}" destId="{84E13BAB-EB1A-4125-9FC5-6C4DB726E45A}" srcOrd="8" destOrd="0" presId="urn:microsoft.com/office/officeart/2008/layout/LinedList"/>
    <dgm:cxn modelId="{8A0EA86B-1FCC-4800-9953-5016986876B8}" type="presParOf" srcId="{86D09C1E-9373-411B-88DA-EA170ECF879A}" destId="{49F50073-F3B4-4E54-9497-A0BBB8AAE171}" srcOrd="9" destOrd="0" presId="urn:microsoft.com/office/officeart/2008/layout/LinedList"/>
    <dgm:cxn modelId="{4B3FA8DE-DAC0-4407-8A8E-CE90A49ED797}" type="presParOf" srcId="{49F50073-F3B4-4E54-9497-A0BBB8AAE171}" destId="{B6123A04-7E52-42DE-90C1-9F3498804A19}" srcOrd="0" destOrd="0" presId="urn:microsoft.com/office/officeart/2008/layout/LinedList"/>
    <dgm:cxn modelId="{072748C2-0321-49D6-9E49-6222772908E8}" type="presParOf" srcId="{49F50073-F3B4-4E54-9497-A0BBB8AAE171}" destId="{DCC75EAB-D861-45FB-BC59-7F2B564D4D34}" srcOrd="1" destOrd="0" presId="urn:microsoft.com/office/officeart/2008/layout/LinedList"/>
    <dgm:cxn modelId="{38BF09F8-E191-4F14-9019-0D7542AFF3EB}" type="presParOf" srcId="{86D09C1E-9373-411B-88DA-EA170ECF879A}" destId="{6345A5C9-860F-4E1C-995B-A0F78410643C}" srcOrd="10" destOrd="0" presId="urn:microsoft.com/office/officeart/2008/layout/LinedList"/>
    <dgm:cxn modelId="{4F417A57-1520-45DD-9B88-24177EDEFF2B}" type="presParOf" srcId="{86D09C1E-9373-411B-88DA-EA170ECF879A}" destId="{92A48AF8-DE15-4A11-954A-F3DC059098F9}" srcOrd="11" destOrd="0" presId="urn:microsoft.com/office/officeart/2008/layout/LinedList"/>
    <dgm:cxn modelId="{425344DC-CB24-498B-806D-98FDC18DD83F}" type="presParOf" srcId="{92A48AF8-DE15-4A11-954A-F3DC059098F9}" destId="{22C37749-726A-47A2-B6CB-603123EFE9E2}" srcOrd="0" destOrd="0" presId="urn:microsoft.com/office/officeart/2008/layout/LinedList"/>
    <dgm:cxn modelId="{26BCD7A7-E42E-481E-88E6-F3D628C01844}" type="presParOf" srcId="{92A48AF8-DE15-4A11-954A-F3DC059098F9}" destId="{9F0E0C60-B30E-4F2D-90C5-9C6C0ACE8046}"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561F13C-2516-4D84-B31B-61CA2918E28A}">
      <dsp:nvSpPr>
        <dsp:cNvPr id="0" name=""/>
        <dsp:cNvSpPr/>
      </dsp:nvSpPr>
      <dsp:spPr>
        <a:xfrm>
          <a:off x="0" y="0"/>
          <a:ext cx="7132320" cy="0"/>
        </a:xfrm>
        <a:prstGeom prst="line">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w="6350" cap="flat" cmpd="sng" algn="ctr">
          <a:solidFill>
            <a:schemeClr val="accent2">
              <a:hueOff val="0"/>
              <a:satOff val="0"/>
              <a:lumOff val="0"/>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sp>
    <dsp:sp modelId="{F3160927-75E7-468C-A35E-D24025A2D9FC}">
      <dsp:nvSpPr>
        <dsp:cNvPr id="0" name=""/>
        <dsp:cNvSpPr/>
      </dsp:nvSpPr>
      <dsp:spPr>
        <a:xfrm>
          <a:off x="0" y="0"/>
          <a:ext cx="7132320" cy="69723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7630" tIns="87630" rIns="87630" bIns="87630" numCol="1" spcCol="1270" anchor="t" anchorCtr="0">
          <a:noAutofit/>
        </a:bodyPr>
        <a:lstStyle/>
        <a:p>
          <a:pPr marL="0" lvl="0" indent="0" algn="l" defTabSz="1022350">
            <a:lnSpc>
              <a:spcPct val="90000"/>
            </a:lnSpc>
            <a:spcBef>
              <a:spcPct val="0"/>
            </a:spcBef>
            <a:spcAft>
              <a:spcPct val="35000"/>
            </a:spcAft>
            <a:buNone/>
          </a:pPr>
          <a:r>
            <a:rPr lang="en-US" sz="2300" b="1" kern="1200" dirty="0"/>
            <a:t>Implementation using WEKA   	MIDTERM PROJECT</a:t>
          </a:r>
          <a:endParaRPr lang="en-US" sz="2300" kern="1200" dirty="0"/>
        </a:p>
      </dsp:txBody>
      <dsp:txXfrm>
        <a:off x="0" y="0"/>
        <a:ext cx="7132320" cy="697230"/>
      </dsp:txXfrm>
    </dsp:sp>
    <dsp:sp modelId="{F3450197-BEF1-4BCF-A60C-B927BD364EB5}">
      <dsp:nvSpPr>
        <dsp:cNvPr id="0" name=""/>
        <dsp:cNvSpPr/>
      </dsp:nvSpPr>
      <dsp:spPr>
        <a:xfrm>
          <a:off x="0" y="697230"/>
          <a:ext cx="7132320" cy="0"/>
        </a:xfrm>
        <a:prstGeom prst="line">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w="6350" cap="flat" cmpd="sng" algn="ctr">
          <a:solidFill>
            <a:schemeClr val="accent2">
              <a:hueOff val="0"/>
              <a:satOff val="0"/>
              <a:lumOff val="0"/>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sp>
    <dsp:sp modelId="{2A0A15A3-B7E0-48EA-A605-9F8E7EB1013A}">
      <dsp:nvSpPr>
        <dsp:cNvPr id="0" name=""/>
        <dsp:cNvSpPr/>
      </dsp:nvSpPr>
      <dsp:spPr>
        <a:xfrm>
          <a:off x="0" y="697230"/>
          <a:ext cx="7132320" cy="69723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7630" tIns="87630" rIns="87630" bIns="87630" numCol="1" spcCol="1270" anchor="t" anchorCtr="0">
          <a:noAutofit/>
        </a:bodyPr>
        <a:lstStyle/>
        <a:p>
          <a:pPr marL="0" lvl="0" indent="0" algn="l" defTabSz="1022350">
            <a:lnSpc>
              <a:spcPct val="90000"/>
            </a:lnSpc>
            <a:spcBef>
              <a:spcPct val="0"/>
            </a:spcBef>
            <a:spcAft>
              <a:spcPct val="35000"/>
            </a:spcAft>
            <a:buNone/>
          </a:pPr>
          <a:r>
            <a:rPr lang="en-US" sz="2300" kern="1200"/>
            <a:t>TEAM MEMBERS:</a:t>
          </a:r>
        </a:p>
      </dsp:txBody>
      <dsp:txXfrm>
        <a:off x="0" y="697230"/>
        <a:ext cx="7132320" cy="697230"/>
      </dsp:txXfrm>
    </dsp:sp>
    <dsp:sp modelId="{1510EAA1-A426-49AC-BFB1-D11E8445493E}">
      <dsp:nvSpPr>
        <dsp:cNvPr id="0" name=""/>
        <dsp:cNvSpPr/>
      </dsp:nvSpPr>
      <dsp:spPr>
        <a:xfrm>
          <a:off x="0" y="1394460"/>
          <a:ext cx="7132320" cy="0"/>
        </a:xfrm>
        <a:prstGeom prst="line">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w="6350" cap="flat" cmpd="sng" algn="ctr">
          <a:solidFill>
            <a:schemeClr val="accent2">
              <a:hueOff val="0"/>
              <a:satOff val="0"/>
              <a:lumOff val="0"/>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sp>
    <dsp:sp modelId="{3819766D-C522-4E41-A5D7-50582FCD2926}">
      <dsp:nvSpPr>
        <dsp:cNvPr id="0" name=""/>
        <dsp:cNvSpPr/>
      </dsp:nvSpPr>
      <dsp:spPr>
        <a:xfrm>
          <a:off x="0" y="1394460"/>
          <a:ext cx="7132320" cy="69723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7630" tIns="87630" rIns="87630" bIns="87630" numCol="1" spcCol="1270" anchor="t" anchorCtr="0">
          <a:noAutofit/>
        </a:bodyPr>
        <a:lstStyle/>
        <a:p>
          <a:pPr marL="0" lvl="0" indent="0" algn="l" defTabSz="1022350">
            <a:lnSpc>
              <a:spcPct val="90000"/>
            </a:lnSpc>
            <a:spcBef>
              <a:spcPct val="0"/>
            </a:spcBef>
            <a:spcAft>
              <a:spcPct val="35000"/>
            </a:spcAft>
            <a:buNone/>
          </a:pPr>
          <a:r>
            <a:rPr lang="en-US" sz="2300" kern="1200" dirty="0" err="1"/>
            <a:t>Ehtesham</a:t>
          </a:r>
          <a:r>
            <a:rPr lang="en-US" sz="2300" kern="1200" dirty="0"/>
            <a:t>, Muhammad</a:t>
          </a:r>
        </a:p>
      </dsp:txBody>
      <dsp:txXfrm>
        <a:off x="0" y="1394460"/>
        <a:ext cx="7132320" cy="697230"/>
      </dsp:txXfrm>
    </dsp:sp>
    <dsp:sp modelId="{297D43DD-4082-491C-8224-34F5F1A7C27C}">
      <dsp:nvSpPr>
        <dsp:cNvPr id="0" name=""/>
        <dsp:cNvSpPr/>
      </dsp:nvSpPr>
      <dsp:spPr>
        <a:xfrm>
          <a:off x="0" y="2091690"/>
          <a:ext cx="7132320" cy="0"/>
        </a:xfrm>
        <a:prstGeom prst="line">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w="6350" cap="flat" cmpd="sng" algn="ctr">
          <a:solidFill>
            <a:schemeClr val="accent2">
              <a:hueOff val="0"/>
              <a:satOff val="0"/>
              <a:lumOff val="0"/>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sp>
    <dsp:sp modelId="{B3D20B0B-DEC7-4D9E-AA3B-CF0FBB080FDD}">
      <dsp:nvSpPr>
        <dsp:cNvPr id="0" name=""/>
        <dsp:cNvSpPr/>
      </dsp:nvSpPr>
      <dsp:spPr>
        <a:xfrm>
          <a:off x="0" y="2091690"/>
          <a:ext cx="7132320" cy="69723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7630" tIns="87630" rIns="87630" bIns="87630" numCol="1" spcCol="1270" anchor="t" anchorCtr="0">
          <a:noAutofit/>
        </a:bodyPr>
        <a:lstStyle/>
        <a:p>
          <a:pPr marL="0" lvl="0" indent="0" algn="l" defTabSz="1022350">
            <a:lnSpc>
              <a:spcPct val="90000"/>
            </a:lnSpc>
            <a:spcBef>
              <a:spcPct val="0"/>
            </a:spcBef>
            <a:spcAft>
              <a:spcPct val="35000"/>
            </a:spcAft>
            <a:buNone/>
          </a:pPr>
          <a:r>
            <a:rPr lang="en-US" sz="2300" kern="1200"/>
            <a:t>Barde, Bhavesh Pravin</a:t>
          </a:r>
        </a:p>
      </dsp:txBody>
      <dsp:txXfrm>
        <a:off x="0" y="2091690"/>
        <a:ext cx="7132320" cy="697230"/>
      </dsp:txXfrm>
    </dsp:sp>
    <dsp:sp modelId="{9BB47C0D-B219-4127-8CF9-2A91174FCF22}">
      <dsp:nvSpPr>
        <dsp:cNvPr id="0" name=""/>
        <dsp:cNvSpPr/>
      </dsp:nvSpPr>
      <dsp:spPr>
        <a:xfrm>
          <a:off x="0" y="2788920"/>
          <a:ext cx="7132320" cy="0"/>
        </a:xfrm>
        <a:prstGeom prst="line">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w="6350" cap="flat" cmpd="sng" algn="ctr">
          <a:solidFill>
            <a:schemeClr val="accent2">
              <a:hueOff val="0"/>
              <a:satOff val="0"/>
              <a:lumOff val="0"/>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sp>
    <dsp:sp modelId="{3EC9C743-C975-46FD-A0BE-080072DB47FB}">
      <dsp:nvSpPr>
        <dsp:cNvPr id="0" name=""/>
        <dsp:cNvSpPr/>
      </dsp:nvSpPr>
      <dsp:spPr>
        <a:xfrm>
          <a:off x="0" y="2788920"/>
          <a:ext cx="7132320" cy="69723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7630" tIns="87630" rIns="87630" bIns="87630" numCol="1" spcCol="1270" anchor="t" anchorCtr="0">
          <a:noAutofit/>
        </a:bodyPr>
        <a:lstStyle/>
        <a:p>
          <a:pPr marL="0" lvl="0" indent="0" algn="l" defTabSz="1022350">
            <a:lnSpc>
              <a:spcPct val="90000"/>
            </a:lnSpc>
            <a:spcBef>
              <a:spcPct val="0"/>
            </a:spcBef>
            <a:spcAft>
              <a:spcPct val="35000"/>
            </a:spcAft>
            <a:buNone/>
          </a:pPr>
          <a:r>
            <a:rPr lang="en-US" sz="2300" kern="1200"/>
            <a:t>Jha, Shivam</a:t>
          </a:r>
        </a:p>
      </dsp:txBody>
      <dsp:txXfrm>
        <a:off x="0" y="2788920"/>
        <a:ext cx="7132320" cy="697230"/>
      </dsp:txXfrm>
    </dsp:sp>
    <dsp:sp modelId="{F3EA5CE1-0F8D-48E8-BD8A-E535078AC928}">
      <dsp:nvSpPr>
        <dsp:cNvPr id="0" name=""/>
        <dsp:cNvSpPr/>
      </dsp:nvSpPr>
      <dsp:spPr>
        <a:xfrm>
          <a:off x="0" y="3486150"/>
          <a:ext cx="7132320" cy="0"/>
        </a:xfrm>
        <a:prstGeom prst="line">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w="6350" cap="flat" cmpd="sng" algn="ctr">
          <a:solidFill>
            <a:schemeClr val="accent2">
              <a:hueOff val="0"/>
              <a:satOff val="0"/>
              <a:lumOff val="0"/>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sp>
    <dsp:sp modelId="{778136F9-A1C4-40C2-B024-69A349543E9E}">
      <dsp:nvSpPr>
        <dsp:cNvPr id="0" name=""/>
        <dsp:cNvSpPr/>
      </dsp:nvSpPr>
      <dsp:spPr>
        <a:xfrm>
          <a:off x="0" y="3486150"/>
          <a:ext cx="7132320" cy="69723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7630" tIns="87630" rIns="87630" bIns="87630" numCol="1" spcCol="1270" anchor="t" anchorCtr="0">
          <a:noAutofit/>
        </a:bodyPr>
        <a:lstStyle/>
        <a:p>
          <a:pPr marL="0" lvl="0" indent="0" algn="l" defTabSz="1022350">
            <a:lnSpc>
              <a:spcPct val="90000"/>
            </a:lnSpc>
            <a:spcBef>
              <a:spcPct val="0"/>
            </a:spcBef>
            <a:spcAft>
              <a:spcPct val="35000"/>
            </a:spcAft>
            <a:buNone/>
          </a:pPr>
          <a:r>
            <a:rPr lang="en-US" sz="2300" kern="1200"/>
            <a:t>Punmiya, Yogesh Mahipal</a:t>
          </a:r>
        </a:p>
      </dsp:txBody>
      <dsp:txXfrm>
        <a:off x="0" y="3486150"/>
        <a:ext cx="7132320" cy="697230"/>
      </dsp:txXfrm>
    </dsp:sp>
    <dsp:sp modelId="{D1436DF7-7270-487B-B69A-EB7C404E173B}">
      <dsp:nvSpPr>
        <dsp:cNvPr id="0" name=""/>
        <dsp:cNvSpPr/>
      </dsp:nvSpPr>
      <dsp:spPr>
        <a:xfrm>
          <a:off x="0" y="4183380"/>
          <a:ext cx="7132320" cy="0"/>
        </a:xfrm>
        <a:prstGeom prst="line">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w="6350" cap="flat" cmpd="sng" algn="ctr">
          <a:solidFill>
            <a:schemeClr val="accent2">
              <a:hueOff val="0"/>
              <a:satOff val="0"/>
              <a:lumOff val="0"/>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sp>
    <dsp:sp modelId="{F3759217-898D-4A79-95D7-736625D7083F}">
      <dsp:nvSpPr>
        <dsp:cNvPr id="0" name=""/>
        <dsp:cNvSpPr/>
      </dsp:nvSpPr>
      <dsp:spPr>
        <a:xfrm>
          <a:off x="0" y="4183380"/>
          <a:ext cx="7132320" cy="69723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7630" tIns="87630" rIns="87630" bIns="87630" numCol="1" spcCol="1270" anchor="t" anchorCtr="0">
          <a:noAutofit/>
        </a:bodyPr>
        <a:lstStyle/>
        <a:p>
          <a:pPr marL="0" lvl="0" indent="0" algn="l" defTabSz="1022350">
            <a:lnSpc>
              <a:spcPct val="90000"/>
            </a:lnSpc>
            <a:spcBef>
              <a:spcPct val="0"/>
            </a:spcBef>
            <a:spcAft>
              <a:spcPct val="35000"/>
            </a:spcAft>
            <a:buNone/>
          </a:pPr>
          <a:r>
            <a:rPr lang="en-US" sz="2300" kern="1200"/>
            <a:t>Vishwanath, Nithish Kumar</a:t>
          </a:r>
        </a:p>
      </dsp:txBody>
      <dsp:txXfrm>
        <a:off x="0" y="4183380"/>
        <a:ext cx="7132320" cy="697230"/>
      </dsp:txXfrm>
    </dsp:sp>
    <dsp:sp modelId="{5D38DA1D-6F58-4315-ABEF-3F973435CDBF}">
      <dsp:nvSpPr>
        <dsp:cNvPr id="0" name=""/>
        <dsp:cNvSpPr/>
      </dsp:nvSpPr>
      <dsp:spPr>
        <a:xfrm>
          <a:off x="0" y="4880610"/>
          <a:ext cx="7132320" cy="0"/>
        </a:xfrm>
        <a:prstGeom prst="line">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w="6350" cap="flat" cmpd="sng" algn="ctr">
          <a:solidFill>
            <a:schemeClr val="accent2">
              <a:hueOff val="0"/>
              <a:satOff val="0"/>
              <a:lumOff val="0"/>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sp>
    <dsp:sp modelId="{104070C4-648E-4628-AC4F-E852E5EFF08E}">
      <dsp:nvSpPr>
        <dsp:cNvPr id="0" name=""/>
        <dsp:cNvSpPr/>
      </dsp:nvSpPr>
      <dsp:spPr>
        <a:xfrm>
          <a:off x="0" y="4880610"/>
          <a:ext cx="7132320" cy="69723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7630" tIns="87630" rIns="87630" bIns="87630" numCol="1" spcCol="1270" anchor="t" anchorCtr="0">
          <a:noAutofit/>
        </a:bodyPr>
        <a:lstStyle/>
        <a:p>
          <a:pPr marL="0" lvl="0" indent="0" algn="l" defTabSz="1022350">
            <a:lnSpc>
              <a:spcPct val="90000"/>
            </a:lnSpc>
            <a:spcBef>
              <a:spcPct val="0"/>
            </a:spcBef>
            <a:spcAft>
              <a:spcPct val="35000"/>
            </a:spcAft>
            <a:buNone/>
          </a:pPr>
          <a:endParaRPr lang="en-US" sz="2300" kern="1200" dirty="0"/>
        </a:p>
      </dsp:txBody>
      <dsp:txXfrm>
        <a:off x="0" y="4880610"/>
        <a:ext cx="7132320" cy="69723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AE94D49-FD26-44A0-9226-C50FE6A190B6}">
      <dsp:nvSpPr>
        <dsp:cNvPr id="0" name=""/>
        <dsp:cNvSpPr/>
      </dsp:nvSpPr>
      <dsp:spPr>
        <a:xfrm>
          <a:off x="0" y="2232"/>
          <a:ext cx="9985248"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E61331D-5535-49D5-B67E-9C58D1AA90B0}">
      <dsp:nvSpPr>
        <dsp:cNvPr id="0" name=""/>
        <dsp:cNvSpPr/>
      </dsp:nvSpPr>
      <dsp:spPr>
        <a:xfrm>
          <a:off x="0" y="2232"/>
          <a:ext cx="9985248" cy="152251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37160" rIns="137160" bIns="137160" numCol="1" spcCol="1270" anchor="t" anchorCtr="0">
          <a:noAutofit/>
        </a:bodyPr>
        <a:lstStyle/>
        <a:p>
          <a:pPr marL="0" lvl="0" indent="0" algn="l" defTabSz="1600200">
            <a:lnSpc>
              <a:spcPct val="90000"/>
            </a:lnSpc>
            <a:spcBef>
              <a:spcPct val="0"/>
            </a:spcBef>
            <a:spcAft>
              <a:spcPct val="35000"/>
            </a:spcAft>
            <a:buNone/>
          </a:pPr>
          <a:r>
            <a:rPr lang="en-US" sz="3600" kern="1200" dirty="0"/>
            <a:t>Exploring machine learning models using WEKA</a:t>
          </a:r>
        </a:p>
      </dsp:txBody>
      <dsp:txXfrm>
        <a:off x="0" y="2232"/>
        <a:ext cx="9985248" cy="1522511"/>
      </dsp:txXfrm>
    </dsp:sp>
    <dsp:sp modelId="{23F657FF-CD62-40F5-B997-A4531BD1FCE9}">
      <dsp:nvSpPr>
        <dsp:cNvPr id="0" name=""/>
        <dsp:cNvSpPr/>
      </dsp:nvSpPr>
      <dsp:spPr>
        <a:xfrm>
          <a:off x="0" y="1524744"/>
          <a:ext cx="9985248"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F8C9D16-20AB-4649-B74A-8F15FC67EA30}">
      <dsp:nvSpPr>
        <dsp:cNvPr id="0" name=""/>
        <dsp:cNvSpPr/>
      </dsp:nvSpPr>
      <dsp:spPr>
        <a:xfrm>
          <a:off x="0" y="1524744"/>
          <a:ext cx="9985248" cy="152251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37160" rIns="137160" bIns="137160" numCol="1" spcCol="1270" anchor="t" anchorCtr="0">
          <a:noAutofit/>
        </a:bodyPr>
        <a:lstStyle/>
        <a:p>
          <a:pPr marL="0" lvl="0" indent="0" algn="l" defTabSz="1600200">
            <a:lnSpc>
              <a:spcPct val="90000"/>
            </a:lnSpc>
            <a:spcBef>
              <a:spcPct val="0"/>
            </a:spcBef>
            <a:spcAft>
              <a:spcPct val="35000"/>
            </a:spcAft>
            <a:buNone/>
          </a:pPr>
          <a:r>
            <a:rPr lang="en-US" sz="3600" kern="1200" dirty="0"/>
            <a:t>Use appropriate datasets for each model</a:t>
          </a:r>
        </a:p>
      </dsp:txBody>
      <dsp:txXfrm>
        <a:off x="0" y="1524744"/>
        <a:ext cx="9985248" cy="1522511"/>
      </dsp:txXfrm>
    </dsp:sp>
    <dsp:sp modelId="{054FF1AC-24F5-4B08-A62A-693E2CDFC696}">
      <dsp:nvSpPr>
        <dsp:cNvPr id="0" name=""/>
        <dsp:cNvSpPr/>
      </dsp:nvSpPr>
      <dsp:spPr>
        <a:xfrm>
          <a:off x="0" y="3047255"/>
          <a:ext cx="9985248"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C120A91-1D50-4A7F-9C4D-85546D22D19A}">
      <dsp:nvSpPr>
        <dsp:cNvPr id="0" name=""/>
        <dsp:cNvSpPr/>
      </dsp:nvSpPr>
      <dsp:spPr>
        <a:xfrm>
          <a:off x="0" y="3047255"/>
          <a:ext cx="9985248" cy="152251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37160" rIns="137160" bIns="137160" numCol="1" spcCol="1270" anchor="t" anchorCtr="0">
          <a:noAutofit/>
        </a:bodyPr>
        <a:lstStyle/>
        <a:p>
          <a:pPr marL="0" lvl="0" indent="0" algn="l" defTabSz="1600200">
            <a:lnSpc>
              <a:spcPct val="90000"/>
            </a:lnSpc>
            <a:spcBef>
              <a:spcPct val="0"/>
            </a:spcBef>
            <a:spcAft>
              <a:spcPct val="35000"/>
            </a:spcAft>
            <a:buNone/>
          </a:pPr>
          <a:r>
            <a:rPr lang="en-US" sz="3600" kern="1200" dirty="0"/>
            <a:t>Evaluate using accuracy, ROC, and confusion matrices</a:t>
          </a:r>
        </a:p>
      </dsp:txBody>
      <dsp:txXfrm>
        <a:off x="0" y="3047255"/>
        <a:ext cx="9985248" cy="1522511"/>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FE7AF33-1A17-4A5F-A93D-116FD7965D34}">
      <dsp:nvSpPr>
        <dsp:cNvPr id="0" name=""/>
        <dsp:cNvSpPr/>
      </dsp:nvSpPr>
      <dsp:spPr>
        <a:xfrm>
          <a:off x="0" y="0"/>
          <a:ext cx="5491886" cy="1004011"/>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US" sz="1900" kern="1200"/>
            <a:t>1. Dataset Selection</a:t>
          </a:r>
        </a:p>
      </dsp:txBody>
      <dsp:txXfrm>
        <a:off x="29406" y="29406"/>
        <a:ext cx="4291011" cy="945199"/>
      </dsp:txXfrm>
    </dsp:sp>
    <dsp:sp modelId="{891ADA7E-56BA-4C3A-9C30-CF5189DB5F2D}">
      <dsp:nvSpPr>
        <dsp:cNvPr id="0" name=""/>
        <dsp:cNvSpPr/>
      </dsp:nvSpPr>
      <dsp:spPr>
        <a:xfrm>
          <a:off x="410108" y="1143457"/>
          <a:ext cx="5491886" cy="1004011"/>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US" sz="1900" kern="1200"/>
            <a:t>2. Model Training</a:t>
          </a:r>
        </a:p>
      </dsp:txBody>
      <dsp:txXfrm>
        <a:off x="439514" y="1172863"/>
        <a:ext cx="4370358" cy="945199"/>
      </dsp:txXfrm>
    </dsp:sp>
    <dsp:sp modelId="{D3737339-2903-4C4C-A896-A5F41CA894DC}">
      <dsp:nvSpPr>
        <dsp:cNvPr id="0" name=""/>
        <dsp:cNvSpPr/>
      </dsp:nvSpPr>
      <dsp:spPr>
        <a:xfrm>
          <a:off x="820216" y="2286914"/>
          <a:ext cx="5491886" cy="1004011"/>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US" sz="1900" kern="1200"/>
            <a:t>3. Evaluation &amp; Confusion Matrix</a:t>
          </a:r>
        </a:p>
      </dsp:txBody>
      <dsp:txXfrm>
        <a:off x="849622" y="2316320"/>
        <a:ext cx="4370358" cy="945199"/>
      </dsp:txXfrm>
    </dsp:sp>
    <dsp:sp modelId="{6AA5586C-80F8-4EA2-9B84-E96E221CC95E}">
      <dsp:nvSpPr>
        <dsp:cNvPr id="0" name=""/>
        <dsp:cNvSpPr/>
      </dsp:nvSpPr>
      <dsp:spPr>
        <a:xfrm>
          <a:off x="1230325" y="3430371"/>
          <a:ext cx="5491886" cy="1004011"/>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US" sz="1900" kern="1200"/>
            <a:t>4. Result Comparison</a:t>
          </a:r>
        </a:p>
      </dsp:txBody>
      <dsp:txXfrm>
        <a:off x="1259731" y="3459777"/>
        <a:ext cx="4370358" cy="945199"/>
      </dsp:txXfrm>
    </dsp:sp>
    <dsp:sp modelId="{0ED0BDFF-B4C7-4F91-8296-84A128739B93}">
      <dsp:nvSpPr>
        <dsp:cNvPr id="0" name=""/>
        <dsp:cNvSpPr/>
      </dsp:nvSpPr>
      <dsp:spPr>
        <a:xfrm>
          <a:off x="1640433" y="4573828"/>
          <a:ext cx="5491886" cy="1004011"/>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US" sz="1900" kern="1200"/>
            <a:t>WEKA used for classification, clustering, regression, and association.</a:t>
          </a:r>
        </a:p>
      </dsp:txBody>
      <dsp:txXfrm>
        <a:off x="1669839" y="4603234"/>
        <a:ext cx="4370358" cy="945199"/>
      </dsp:txXfrm>
    </dsp:sp>
    <dsp:sp modelId="{7FDA8B4E-73AF-48FA-8E9F-1AF9E6BEC3AE}">
      <dsp:nvSpPr>
        <dsp:cNvPr id="0" name=""/>
        <dsp:cNvSpPr/>
      </dsp:nvSpPr>
      <dsp:spPr>
        <a:xfrm>
          <a:off x="4839279" y="733485"/>
          <a:ext cx="652607" cy="652607"/>
        </a:xfrm>
        <a:prstGeom prst="downArrow">
          <a:avLst>
            <a:gd name="adj1" fmla="val 55000"/>
            <a:gd name="adj2" fmla="val 45000"/>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6830" tIns="36830" rIns="36830" bIns="36830" numCol="1" spcCol="1270" anchor="ctr" anchorCtr="0">
          <a:noAutofit/>
        </a:bodyPr>
        <a:lstStyle/>
        <a:p>
          <a:pPr marL="0" lvl="0" indent="0" algn="ctr" defTabSz="1289050">
            <a:lnSpc>
              <a:spcPct val="90000"/>
            </a:lnSpc>
            <a:spcBef>
              <a:spcPct val="0"/>
            </a:spcBef>
            <a:spcAft>
              <a:spcPct val="35000"/>
            </a:spcAft>
            <a:buNone/>
          </a:pPr>
          <a:endParaRPr lang="en-US" sz="2900" kern="1200"/>
        </a:p>
      </dsp:txBody>
      <dsp:txXfrm>
        <a:off x="4986116" y="733485"/>
        <a:ext cx="358933" cy="491087"/>
      </dsp:txXfrm>
    </dsp:sp>
    <dsp:sp modelId="{3AB510AB-7E85-47AF-8015-74FC7B7C0F7F}">
      <dsp:nvSpPr>
        <dsp:cNvPr id="0" name=""/>
        <dsp:cNvSpPr/>
      </dsp:nvSpPr>
      <dsp:spPr>
        <a:xfrm>
          <a:off x="5249387" y="1876943"/>
          <a:ext cx="652607" cy="652607"/>
        </a:xfrm>
        <a:prstGeom prst="downArrow">
          <a:avLst>
            <a:gd name="adj1" fmla="val 55000"/>
            <a:gd name="adj2" fmla="val 45000"/>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6830" tIns="36830" rIns="36830" bIns="36830" numCol="1" spcCol="1270" anchor="ctr" anchorCtr="0">
          <a:noAutofit/>
        </a:bodyPr>
        <a:lstStyle/>
        <a:p>
          <a:pPr marL="0" lvl="0" indent="0" algn="ctr" defTabSz="1289050">
            <a:lnSpc>
              <a:spcPct val="90000"/>
            </a:lnSpc>
            <a:spcBef>
              <a:spcPct val="0"/>
            </a:spcBef>
            <a:spcAft>
              <a:spcPct val="35000"/>
            </a:spcAft>
            <a:buNone/>
          </a:pPr>
          <a:endParaRPr lang="en-US" sz="2900" kern="1200"/>
        </a:p>
      </dsp:txBody>
      <dsp:txXfrm>
        <a:off x="5396224" y="1876943"/>
        <a:ext cx="358933" cy="491087"/>
      </dsp:txXfrm>
    </dsp:sp>
    <dsp:sp modelId="{7BF755C6-EF72-4A24-8299-50FF44F09FAB}">
      <dsp:nvSpPr>
        <dsp:cNvPr id="0" name=""/>
        <dsp:cNvSpPr/>
      </dsp:nvSpPr>
      <dsp:spPr>
        <a:xfrm>
          <a:off x="5659495" y="3003666"/>
          <a:ext cx="652607" cy="652607"/>
        </a:xfrm>
        <a:prstGeom prst="downArrow">
          <a:avLst>
            <a:gd name="adj1" fmla="val 55000"/>
            <a:gd name="adj2" fmla="val 45000"/>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6830" tIns="36830" rIns="36830" bIns="36830" numCol="1" spcCol="1270" anchor="ctr" anchorCtr="0">
          <a:noAutofit/>
        </a:bodyPr>
        <a:lstStyle/>
        <a:p>
          <a:pPr marL="0" lvl="0" indent="0" algn="ctr" defTabSz="1289050">
            <a:lnSpc>
              <a:spcPct val="90000"/>
            </a:lnSpc>
            <a:spcBef>
              <a:spcPct val="0"/>
            </a:spcBef>
            <a:spcAft>
              <a:spcPct val="35000"/>
            </a:spcAft>
            <a:buNone/>
          </a:pPr>
          <a:endParaRPr lang="en-US" sz="2900" kern="1200"/>
        </a:p>
      </dsp:txBody>
      <dsp:txXfrm>
        <a:off x="5806332" y="3003666"/>
        <a:ext cx="358933" cy="491087"/>
      </dsp:txXfrm>
    </dsp:sp>
    <dsp:sp modelId="{4FBDEF77-F8A2-4D9A-BA21-EBC824A11027}">
      <dsp:nvSpPr>
        <dsp:cNvPr id="0" name=""/>
        <dsp:cNvSpPr/>
      </dsp:nvSpPr>
      <dsp:spPr>
        <a:xfrm>
          <a:off x="6069604" y="4158279"/>
          <a:ext cx="652607" cy="652607"/>
        </a:xfrm>
        <a:prstGeom prst="downArrow">
          <a:avLst>
            <a:gd name="adj1" fmla="val 55000"/>
            <a:gd name="adj2" fmla="val 45000"/>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6830" tIns="36830" rIns="36830" bIns="36830" numCol="1" spcCol="1270" anchor="ctr" anchorCtr="0">
          <a:noAutofit/>
        </a:bodyPr>
        <a:lstStyle/>
        <a:p>
          <a:pPr marL="0" lvl="0" indent="0" algn="ctr" defTabSz="1289050">
            <a:lnSpc>
              <a:spcPct val="90000"/>
            </a:lnSpc>
            <a:spcBef>
              <a:spcPct val="0"/>
            </a:spcBef>
            <a:spcAft>
              <a:spcPct val="35000"/>
            </a:spcAft>
            <a:buNone/>
          </a:pPr>
          <a:endParaRPr lang="en-US" sz="2900" kern="1200"/>
        </a:p>
      </dsp:txBody>
      <dsp:txXfrm>
        <a:off x="6216441" y="4158279"/>
        <a:ext cx="358933" cy="491087"/>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411242D-DAAF-4E11-945E-F4938AC7D4E9}">
      <dsp:nvSpPr>
        <dsp:cNvPr id="0" name=""/>
        <dsp:cNvSpPr/>
      </dsp:nvSpPr>
      <dsp:spPr>
        <a:xfrm>
          <a:off x="0" y="65919"/>
          <a:ext cx="4345696" cy="913678"/>
        </a:xfrm>
        <a:prstGeom prst="round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en-US" sz="2300" kern="1200" dirty="0"/>
            <a:t>Dataset: </a:t>
          </a:r>
          <a:r>
            <a:rPr lang="en-US" sz="2300" kern="1200" dirty="0" err="1"/>
            <a:t>IRIS.arff</a:t>
          </a:r>
          <a:endParaRPr lang="en-US" sz="2300" kern="1200" dirty="0"/>
        </a:p>
      </dsp:txBody>
      <dsp:txXfrm>
        <a:off x="44602" y="110521"/>
        <a:ext cx="4256492" cy="824474"/>
      </dsp:txXfrm>
    </dsp:sp>
    <dsp:sp modelId="{E363A9EA-29A2-4BDC-A6B1-C693B53C91B7}">
      <dsp:nvSpPr>
        <dsp:cNvPr id="0" name=""/>
        <dsp:cNvSpPr/>
      </dsp:nvSpPr>
      <dsp:spPr>
        <a:xfrm>
          <a:off x="0" y="1045838"/>
          <a:ext cx="4345696" cy="913678"/>
        </a:xfrm>
        <a:prstGeom prst="round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en-US" sz="2300" kern="1200" dirty="0"/>
            <a:t>Rule: Petal length thresholds</a:t>
          </a:r>
        </a:p>
      </dsp:txBody>
      <dsp:txXfrm>
        <a:off x="44602" y="1090440"/>
        <a:ext cx="4256492" cy="824474"/>
      </dsp:txXfrm>
    </dsp:sp>
    <dsp:sp modelId="{5C16970F-6828-456B-9D29-61DC0449E7F3}">
      <dsp:nvSpPr>
        <dsp:cNvPr id="0" name=""/>
        <dsp:cNvSpPr/>
      </dsp:nvSpPr>
      <dsp:spPr>
        <a:xfrm>
          <a:off x="0" y="2025756"/>
          <a:ext cx="4345696" cy="913678"/>
        </a:xfrm>
        <a:prstGeom prst="round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en-US" sz="2300" kern="1200" dirty="0"/>
            <a:t>Accuracy: 92%</a:t>
          </a:r>
        </a:p>
      </dsp:txBody>
      <dsp:txXfrm>
        <a:off x="44602" y="2070358"/>
        <a:ext cx="4256492" cy="824474"/>
      </dsp:txXfrm>
    </dsp:sp>
    <dsp:sp modelId="{55B2BE31-062E-401F-A05A-F86ECA005B58}">
      <dsp:nvSpPr>
        <dsp:cNvPr id="0" name=""/>
        <dsp:cNvSpPr/>
      </dsp:nvSpPr>
      <dsp:spPr>
        <a:xfrm>
          <a:off x="0" y="3005675"/>
          <a:ext cx="4345696" cy="913678"/>
        </a:xfrm>
        <a:prstGeom prst="round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en-US" sz="2300" kern="1200" dirty="0"/>
            <a:t>Perfect for </a:t>
          </a:r>
          <a:r>
            <a:rPr lang="en-US" sz="2300" kern="1200" dirty="0" err="1"/>
            <a:t>Setosa</a:t>
          </a:r>
          <a:r>
            <a:rPr lang="en-US" sz="2300" kern="1200" dirty="0"/>
            <a:t>, overlap between Versicolor &amp; Virginica</a:t>
          </a:r>
        </a:p>
      </dsp:txBody>
      <dsp:txXfrm>
        <a:off x="44602" y="3050277"/>
        <a:ext cx="4256492" cy="824474"/>
      </dsp:txXfrm>
    </dsp:sp>
    <dsp:sp modelId="{B6EA8334-EB89-4372-92C5-FC411C73955B}">
      <dsp:nvSpPr>
        <dsp:cNvPr id="0" name=""/>
        <dsp:cNvSpPr/>
      </dsp:nvSpPr>
      <dsp:spPr>
        <a:xfrm>
          <a:off x="0" y="3985593"/>
          <a:ext cx="4345696" cy="913678"/>
        </a:xfrm>
        <a:prstGeom prst="round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en-US" sz="2300" kern="1200" dirty="0"/>
            <a:t>Kappa = 0.88, ROC = 0.94</a:t>
          </a:r>
        </a:p>
      </dsp:txBody>
      <dsp:txXfrm>
        <a:off x="44602" y="4030195"/>
        <a:ext cx="4256492" cy="824474"/>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70C1F84-6AE4-4697-AE7F-5DC1FDE41E64}">
      <dsp:nvSpPr>
        <dsp:cNvPr id="0" name=""/>
        <dsp:cNvSpPr/>
      </dsp:nvSpPr>
      <dsp:spPr>
        <a:xfrm>
          <a:off x="0" y="2723"/>
          <a:ext cx="7132320"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0A25E69-BCA5-458F-8AA0-B9EDEAB6760D}">
      <dsp:nvSpPr>
        <dsp:cNvPr id="0" name=""/>
        <dsp:cNvSpPr/>
      </dsp:nvSpPr>
      <dsp:spPr>
        <a:xfrm>
          <a:off x="0" y="2723"/>
          <a:ext cx="7132320" cy="92873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4770" tIns="64770" rIns="64770" bIns="64770" numCol="1" spcCol="1270" anchor="t" anchorCtr="0">
          <a:noAutofit/>
        </a:bodyPr>
        <a:lstStyle/>
        <a:p>
          <a:pPr marL="0" lvl="0" indent="0" algn="l" defTabSz="755650">
            <a:lnSpc>
              <a:spcPct val="100000"/>
            </a:lnSpc>
            <a:spcBef>
              <a:spcPct val="0"/>
            </a:spcBef>
            <a:spcAft>
              <a:spcPct val="35000"/>
            </a:spcAft>
            <a:buNone/>
          </a:pPr>
          <a:r>
            <a:rPr lang="en-US" sz="1700" b="1" kern="1200" dirty="0"/>
            <a:t>Naïve Bayes and IB1</a:t>
          </a:r>
          <a:r>
            <a:rPr lang="en-US" sz="1700" kern="1200" dirty="0"/>
            <a:t> achieved the </a:t>
          </a:r>
          <a:r>
            <a:rPr lang="en-US" sz="1700" b="1" kern="1200" dirty="0"/>
            <a:t>highest accuracy (~96%)</a:t>
          </a:r>
          <a:r>
            <a:rPr lang="en-US" sz="1700" kern="1200" dirty="0"/>
            <a:t> on the </a:t>
          </a:r>
          <a:r>
            <a:rPr lang="en-US" sz="1700" i="1" kern="1200" dirty="0"/>
            <a:t>Iris dataset</a:t>
          </a:r>
          <a:r>
            <a:rPr lang="en-US" sz="1700" kern="1200" dirty="0"/>
            <a:t>, proving strong class separability.</a:t>
          </a:r>
        </a:p>
      </dsp:txBody>
      <dsp:txXfrm>
        <a:off x="0" y="2723"/>
        <a:ext cx="7132320" cy="928732"/>
      </dsp:txXfrm>
    </dsp:sp>
    <dsp:sp modelId="{9198C9E6-8212-414E-B517-0F311F2CE76E}">
      <dsp:nvSpPr>
        <dsp:cNvPr id="0" name=""/>
        <dsp:cNvSpPr/>
      </dsp:nvSpPr>
      <dsp:spPr>
        <a:xfrm>
          <a:off x="0" y="931455"/>
          <a:ext cx="7132320"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B2738A3-84CA-4653-A898-82635E271BC2}">
      <dsp:nvSpPr>
        <dsp:cNvPr id="0" name=""/>
        <dsp:cNvSpPr/>
      </dsp:nvSpPr>
      <dsp:spPr>
        <a:xfrm>
          <a:off x="0" y="931455"/>
          <a:ext cx="7132320" cy="92873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4770" tIns="64770" rIns="64770" bIns="64770" numCol="1" spcCol="1270" anchor="t" anchorCtr="0">
          <a:noAutofit/>
        </a:bodyPr>
        <a:lstStyle/>
        <a:p>
          <a:pPr marL="0" lvl="0" indent="0" algn="l" defTabSz="755650">
            <a:lnSpc>
              <a:spcPct val="100000"/>
            </a:lnSpc>
            <a:spcBef>
              <a:spcPct val="0"/>
            </a:spcBef>
            <a:spcAft>
              <a:spcPct val="35000"/>
            </a:spcAft>
            <a:buNone/>
          </a:pPr>
          <a:r>
            <a:rPr lang="en-US" sz="1700" b="1" kern="1200" dirty="0"/>
            <a:t>Multiple Linear Regression</a:t>
          </a:r>
          <a:r>
            <a:rPr lang="en-US" sz="1700" kern="1200" dirty="0"/>
            <a:t> on the </a:t>
          </a:r>
          <a:r>
            <a:rPr lang="en-US" sz="1700" i="1" kern="1200" dirty="0"/>
            <a:t>CPU dataset</a:t>
          </a:r>
          <a:r>
            <a:rPr lang="en-US" sz="1700" kern="1200" dirty="0"/>
            <a:t> showed a </a:t>
          </a:r>
          <a:r>
            <a:rPr lang="en-US" sz="1700" b="1" kern="1200" dirty="0"/>
            <a:t>strong correlation (0.90)</a:t>
          </a:r>
          <a:r>
            <a:rPr lang="en-US" sz="1700" kern="1200" dirty="0"/>
            <a:t> and improved prediction accuracy.</a:t>
          </a:r>
        </a:p>
      </dsp:txBody>
      <dsp:txXfrm>
        <a:off x="0" y="931455"/>
        <a:ext cx="7132320" cy="928732"/>
      </dsp:txXfrm>
    </dsp:sp>
    <dsp:sp modelId="{7AE542C5-F6F9-4A42-88B7-7C65FEA81A8A}">
      <dsp:nvSpPr>
        <dsp:cNvPr id="0" name=""/>
        <dsp:cNvSpPr/>
      </dsp:nvSpPr>
      <dsp:spPr>
        <a:xfrm>
          <a:off x="0" y="1860187"/>
          <a:ext cx="7132320"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BFD2672-DEB7-4676-9364-4029323787BA}">
      <dsp:nvSpPr>
        <dsp:cNvPr id="0" name=""/>
        <dsp:cNvSpPr/>
      </dsp:nvSpPr>
      <dsp:spPr>
        <a:xfrm>
          <a:off x="0" y="1860187"/>
          <a:ext cx="7132320" cy="92873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4770" tIns="64770" rIns="64770" bIns="64770" numCol="1" spcCol="1270" anchor="t" anchorCtr="0">
          <a:noAutofit/>
        </a:bodyPr>
        <a:lstStyle/>
        <a:p>
          <a:pPr marL="0" lvl="0" indent="0" algn="l" defTabSz="755650">
            <a:lnSpc>
              <a:spcPct val="100000"/>
            </a:lnSpc>
            <a:spcBef>
              <a:spcPct val="0"/>
            </a:spcBef>
            <a:spcAft>
              <a:spcPct val="35000"/>
            </a:spcAft>
            <a:buNone/>
          </a:pPr>
          <a:r>
            <a:rPr lang="en-US" sz="1700" b="1" kern="1200" dirty="0"/>
            <a:t>Logistic Regression</a:t>
          </a:r>
          <a:r>
            <a:rPr lang="en-US" sz="1700" kern="1200" dirty="0"/>
            <a:t> outperformed </a:t>
          </a:r>
          <a:r>
            <a:rPr lang="en-US" sz="1700" b="1" kern="1200" dirty="0"/>
            <a:t>Winnow</a:t>
          </a:r>
          <a:r>
            <a:rPr lang="en-US" sz="1700" kern="1200" dirty="0"/>
            <a:t> on the </a:t>
          </a:r>
          <a:r>
            <a:rPr lang="en-US" sz="1700" i="1" kern="1200" dirty="0"/>
            <a:t>Breast Cancer dataset</a:t>
          </a:r>
          <a:r>
            <a:rPr lang="en-US" sz="1700" kern="1200" dirty="0"/>
            <a:t>, offering more reliable classification.</a:t>
          </a:r>
        </a:p>
      </dsp:txBody>
      <dsp:txXfrm>
        <a:off x="0" y="1860187"/>
        <a:ext cx="7132320" cy="928732"/>
      </dsp:txXfrm>
    </dsp:sp>
    <dsp:sp modelId="{156106D0-5C45-47D2-B117-5556122C34F1}">
      <dsp:nvSpPr>
        <dsp:cNvPr id="0" name=""/>
        <dsp:cNvSpPr/>
      </dsp:nvSpPr>
      <dsp:spPr>
        <a:xfrm>
          <a:off x="0" y="2788919"/>
          <a:ext cx="7132320"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5B86436-9DCB-4660-AA5E-DB67EF8EE1D3}">
      <dsp:nvSpPr>
        <dsp:cNvPr id="0" name=""/>
        <dsp:cNvSpPr/>
      </dsp:nvSpPr>
      <dsp:spPr>
        <a:xfrm>
          <a:off x="0" y="2788919"/>
          <a:ext cx="7132320" cy="92873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4770" tIns="64770" rIns="64770" bIns="64770" numCol="1" spcCol="1270" anchor="t" anchorCtr="0">
          <a:noAutofit/>
        </a:bodyPr>
        <a:lstStyle/>
        <a:p>
          <a:pPr marL="0" lvl="0" indent="0" algn="l" defTabSz="755650">
            <a:lnSpc>
              <a:spcPct val="100000"/>
            </a:lnSpc>
            <a:spcBef>
              <a:spcPct val="0"/>
            </a:spcBef>
            <a:spcAft>
              <a:spcPct val="35000"/>
            </a:spcAft>
            <a:buNone/>
          </a:pPr>
          <a:r>
            <a:rPr lang="en-US" sz="1700" b="1" kern="1200" dirty="0" err="1"/>
            <a:t>Apriori</a:t>
          </a:r>
          <a:r>
            <a:rPr lang="en-US" sz="1700" kern="1200" dirty="0"/>
            <a:t> effectively uncovered </a:t>
          </a:r>
          <a:r>
            <a:rPr lang="en-US" sz="1700" b="1" kern="1200" dirty="0"/>
            <a:t>meaningful association rules</a:t>
          </a:r>
          <a:r>
            <a:rPr lang="en-US" sz="1700" kern="1200" dirty="0"/>
            <a:t> (</a:t>
          </a:r>
          <a:r>
            <a:rPr lang="en-US" sz="1700" i="1" kern="1200" dirty="0"/>
            <a:t>Biscuits → Bread &amp; Cake</a:t>
          </a:r>
          <a:r>
            <a:rPr lang="en-US" sz="1700" kern="1200" dirty="0"/>
            <a:t>, 92% confidence, Lift 1.27).</a:t>
          </a:r>
        </a:p>
      </dsp:txBody>
      <dsp:txXfrm>
        <a:off x="0" y="2788919"/>
        <a:ext cx="7132320" cy="928732"/>
      </dsp:txXfrm>
    </dsp:sp>
    <dsp:sp modelId="{84E13BAB-EB1A-4125-9FC5-6C4DB726E45A}">
      <dsp:nvSpPr>
        <dsp:cNvPr id="0" name=""/>
        <dsp:cNvSpPr/>
      </dsp:nvSpPr>
      <dsp:spPr>
        <a:xfrm>
          <a:off x="0" y="3717652"/>
          <a:ext cx="7132320"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6123A04-7E52-42DE-90C1-9F3498804A19}">
      <dsp:nvSpPr>
        <dsp:cNvPr id="0" name=""/>
        <dsp:cNvSpPr/>
      </dsp:nvSpPr>
      <dsp:spPr>
        <a:xfrm>
          <a:off x="0" y="3717652"/>
          <a:ext cx="7132320" cy="92873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4770" tIns="64770" rIns="64770" bIns="64770" numCol="1" spcCol="1270" anchor="t" anchorCtr="0">
          <a:noAutofit/>
        </a:bodyPr>
        <a:lstStyle/>
        <a:p>
          <a:pPr marL="0" lvl="0" indent="0" algn="l" defTabSz="755650">
            <a:lnSpc>
              <a:spcPct val="100000"/>
            </a:lnSpc>
            <a:spcBef>
              <a:spcPct val="0"/>
            </a:spcBef>
            <a:spcAft>
              <a:spcPct val="35000"/>
            </a:spcAft>
            <a:buNone/>
          </a:pPr>
          <a:r>
            <a:rPr lang="en-US" sz="1700" b="1" kern="1200" dirty="0"/>
            <a:t>Clustering models</a:t>
          </a:r>
          <a:r>
            <a:rPr lang="en-US" sz="1700" kern="1200" dirty="0"/>
            <a:t> (K-Means, Cobweb, Hierarchical) successfully grouped </a:t>
          </a:r>
          <a:r>
            <a:rPr lang="en-US" sz="1700" i="1" kern="1200" dirty="0"/>
            <a:t>Iris species</a:t>
          </a:r>
          <a:r>
            <a:rPr lang="en-US" sz="1700" kern="1200" dirty="0"/>
            <a:t>, confirming natural data structure.</a:t>
          </a:r>
        </a:p>
      </dsp:txBody>
      <dsp:txXfrm>
        <a:off x="0" y="3717652"/>
        <a:ext cx="7132320" cy="928732"/>
      </dsp:txXfrm>
    </dsp:sp>
    <dsp:sp modelId="{6345A5C9-860F-4E1C-995B-A0F78410643C}">
      <dsp:nvSpPr>
        <dsp:cNvPr id="0" name=""/>
        <dsp:cNvSpPr/>
      </dsp:nvSpPr>
      <dsp:spPr>
        <a:xfrm>
          <a:off x="0" y="4646384"/>
          <a:ext cx="7132320"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2C37749-726A-47A2-B6CB-603123EFE9E2}">
      <dsp:nvSpPr>
        <dsp:cNvPr id="0" name=""/>
        <dsp:cNvSpPr/>
      </dsp:nvSpPr>
      <dsp:spPr>
        <a:xfrm>
          <a:off x="0" y="4646384"/>
          <a:ext cx="7132320" cy="92873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4770" tIns="64770" rIns="64770" bIns="64770" numCol="1" spcCol="1270" anchor="t" anchorCtr="0">
          <a:noAutofit/>
        </a:bodyPr>
        <a:lstStyle/>
        <a:p>
          <a:pPr marL="0" lvl="0" indent="0" algn="l" defTabSz="755650">
            <a:lnSpc>
              <a:spcPct val="100000"/>
            </a:lnSpc>
            <a:spcBef>
              <a:spcPct val="0"/>
            </a:spcBef>
            <a:spcAft>
              <a:spcPct val="35000"/>
            </a:spcAft>
            <a:buNone/>
          </a:pPr>
          <a:r>
            <a:rPr lang="en-US" sz="1700" b="1" kern="1200" dirty="0"/>
            <a:t>Overall Insight:</a:t>
          </a:r>
          <a:br>
            <a:rPr lang="en-US" sz="1700" kern="1200" dirty="0"/>
          </a:br>
          <a:r>
            <a:rPr lang="en-US" sz="1700" kern="1200" dirty="0"/>
            <a:t>Different models excel in different domains — WEKA demonstrates that </a:t>
          </a:r>
          <a:r>
            <a:rPr lang="en-US" sz="1700" b="1" kern="1200" dirty="0"/>
            <a:t>model selection depends on dataset type and objective</a:t>
          </a:r>
          <a:r>
            <a:rPr lang="en-US" sz="1700" kern="1200" dirty="0"/>
            <a:t>.</a:t>
          </a:r>
        </a:p>
      </dsp:txBody>
      <dsp:txXfrm>
        <a:off x="0" y="4646384"/>
        <a:ext cx="7132320" cy="928732"/>
      </dsp:txXfrm>
    </dsp:sp>
  </dsp:spTree>
</dsp:drawing>
</file>

<file path=ppt/diagrams/layout1.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2.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3.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layout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A4DBE4D-7A1F-4A20-847E-11974DB4DA5C}" type="datetimeFigureOut">
              <a:rPr lang="en-US" smtClean="0"/>
              <a:t>1/5/2026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7B08ECA-1321-4B44-A6A5-72A0EA0006A1}" type="slidenum">
              <a:rPr lang="en-US" smtClean="0"/>
              <a:t>‹#›</a:t>
            </a:fld>
            <a:endParaRPr lang="en-US"/>
          </a:p>
        </p:txBody>
      </p:sp>
    </p:spTree>
    <p:extLst>
      <p:ext uri="{BB962C8B-B14F-4D97-AF65-F5344CB8AC3E}">
        <p14:creationId xmlns:p14="http://schemas.microsoft.com/office/powerpoint/2010/main" val="21471978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7B08ECA-1321-4B44-A6A5-72A0EA0006A1}" type="slidenum">
              <a:rPr lang="en-US" smtClean="0"/>
              <a:t>4</a:t>
            </a:fld>
            <a:endParaRPr lang="en-US"/>
          </a:p>
        </p:txBody>
      </p:sp>
    </p:spTree>
    <p:extLst>
      <p:ext uri="{BB962C8B-B14F-4D97-AF65-F5344CB8AC3E}">
        <p14:creationId xmlns:p14="http://schemas.microsoft.com/office/powerpoint/2010/main" val="89443091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7B08ECA-1321-4B44-A6A5-72A0EA0006A1}" type="slidenum">
              <a:rPr lang="en-US" smtClean="0"/>
              <a:t>31</a:t>
            </a:fld>
            <a:endParaRPr lang="en-US"/>
          </a:p>
        </p:txBody>
      </p:sp>
    </p:spTree>
    <p:extLst>
      <p:ext uri="{BB962C8B-B14F-4D97-AF65-F5344CB8AC3E}">
        <p14:creationId xmlns:p14="http://schemas.microsoft.com/office/powerpoint/2010/main" val="186633942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7B08ECA-1321-4B44-A6A5-72A0EA0006A1}" type="slidenum">
              <a:rPr lang="en-US" smtClean="0"/>
              <a:t>39</a:t>
            </a:fld>
            <a:endParaRPr lang="en-US"/>
          </a:p>
        </p:txBody>
      </p:sp>
    </p:spTree>
    <p:extLst>
      <p:ext uri="{BB962C8B-B14F-4D97-AF65-F5344CB8AC3E}">
        <p14:creationId xmlns:p14="http://schemas.microsoft.com/office/powerpoint/2010/main" val="391619364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Photo 1">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595EAD1-9200-DDD9-8F6D-AD5C90E1D940}"/>
              </a:ext>
            </a:extLst>
          </p:cNvPr>
          <p:cNvSpPr/>
          <p:nvPr/>
        </p:nvSpPr>
        <p:spPr>
          <a:xfrm>
            <a:off x="0" y="0"/>
            <a:ext cx="12192000" cy="6858000"/>
          </a:xfrm>
          <a:prstGeom prst="rect">
            <a:avLst/>
          </a:prstGeom>
          <a:solidFill>
            <a:schemeClr val="bg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AFA13483-A24C-97DB-1FAB-B1EE383D6793}"/>
              </a:ext>
            </a:extLst>
          </p:cNvPr>
          <p:cNvSpPr/>
          <p:nvPr/>
        </p:nvSpPr>
        <p:spPr>
          <a:xfrm>
            <a:off x="5067300" y="-429"/>
            <a:ext cx="7142987" cy="6857571"/>
          </a:xfrm>
          <a:prstGeom prst="rect">
            <a:avLst/>
          </a:prstGeom>
          <a:gradFill>
            <a:gsLst>
              <a:gs pos="0">
                <a:srgbClr val="FF411C"/>
              </a:gs>
              <a:gs pos="100000">
                <a:srgbClr val="92248E"/>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3" name="Rectangle 12">
            <a:extLst>
              <a:ext uri="{FF2B5EF4-FFF2-40B4-BE49-F238E27FC236}">
                <a16:creationId xmlns:a16="http://schemas.microsoft.com/office/drawing/2014/main" id="{30CBF15A-228E-7325-6D7D-982EA5375DC4}"/>
              </a:ext>
            </a:extLst>
          </p:cNvPr>
          <p:cNvSpPr/>
          <p:nvPr/>
        </p:nvSpPr>
        <p:spPr>
          <a:xfrm>
            <a:off x="5067301" y="0"/>
            <a:ext cx="7158340" cy="6858000"/>
          </a:xfrm>
          <a:prstGeom prst="rect">
            <a:avLst/>
          </a:prstGeom>
          <a:gradFill>
            <a:gsLst>
              <a:gs pos="27000">
                <a:srgbClr val="DA002F">
                  <a:alpha val="6000"/>
                </a:srgbClr>
              </a:gs>
              <a:gs pos="98000">
                <a:srgbClr val="9B3597">
                  <a:alpha val="72941"/>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4" name="Rectangle 13">
            <a:extLst>
              <a:ext uri="{FF2B5EF4-FFF2-40B4-BE49-F238E27FC236}">
                <a16:creationId xmlns:a16="http://schemas.microsoft.com/office/drawing/2014/main" id="{EBBC545E-CFDF-A40B-046E-AEC9E529B81C}"/>
              </a:ext>
            </a:extLst>
          </p:cNvPr>
          <p:cNvSpPr/>
          <p:nvPr/>
        </p:nvSpPr>
        <p:spPr>
          <a:xfrm rot="10800000">
            <a:off x="5067300" y="4571999"/>
            <a:ext cx="7158340" cy="2286000"/>
          </a:xfrm>
          <a:prstGeom prst="rect">
            <a:avLst/>
          </a:prstGeom>
          <a:gradFill>
            <a:gsLst>
              <a:gs pos="28000">
                <a:srgbClr val="FF907A">
                  <a:alpha val="40000"/>
                </a:srgbClr>
              </a:gs>
              <a:gs pos="100000">
                <a:srgbClr val="DA002F">
                  <a:alpha val="20000"/>
                </a:srgb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5" name="Oval 14">
            <a:extLst>
              <a:ext uri="{FF2B5EF4-FFF2-40B4-BE49-F238E27FC236}">
                <a16:creationId xmlns:a16="http://schemas.microsoft.com/office/drawing/2014/main" id="{B90503D3-D62B-0038-E24C-05C4B676AF66}"/>
              </a:ext>
            </a:extLst>
          </p:cNvPr>
          <p:cNvSpPr/>
          <p:nvPr/>
        </p:nvSpPr>
        <p:spPr>
          <a:xfrm rot="13704304">
            <a:off x="6080918" y="830588"/>
            <a:ext cx="4998441" cy="4998441"/>
          </a:xfrm>
          <a:prstGeom prst="ellipse">
            <a:avLst/>
          </a:prstGeom>
          <a:gradFill>
            <a:gsLst>
              <a:gs pos="39000">
                <a:srgbClr val="FFDBCC">
                  <a:alpha val="0"/>
                </a:srgbClr>
              </a:gs>
              <a:gs pos="100000">
                <a:srgbClr val="FF907A">
                  <a:alpha val="20000"/>
                </a:srgb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5687568" y="1270535"/>
            <a:ext cx="5513832" cy="2889504"/>
          </a:xfrm>
        </p:spPr>
        <p:txBody>
          <a:bodyPr vert="horz" lIns="91440" tIns="45720" rIns="91440" bIns="45720" rtlCol="0" anchor="b">
            <a:normAutofit/>
          </a:bodyPr>
          <a:lstStyle>
            <a:lvl1pPr>
              <a:defRPr lang="en-US" sz="3600" cap="all" spc="700" baseline="0" dirty="0">
                <a:solidFill>
                  <a:schemeClr val="bg1"/>
                </a:solidFill>
              </a:defRPr>
            </a:lvl1pPr>
          </a:lstStyle>
          <a:p>
            <a:pPr lvl="0">
              <a:lnSpc>
                <a:spcPct val="110000"/>
              </a:lnSpc>
            </a:pPr>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5687568" y="4974336"/>
            <a:ext cx="5715000" cy="1481328"/>
          </a:xfrm>
        </p:spPr>
        <p:txBody>
          <a:bodyPr vert="horz" lIns="91440" tIns="45720" rIns="91440" bIns="45720" rtlCol="0" anchor="ctr">
            <a:normAutofit/>
          </a:bodyPr>
          <a:lstStyle>
            <a:lvl1pPr marL="0" indent="0">
              <a:buNone/>
              <a:defRPr lang="en-US" cap="all" spc="400" baseline="0" dirty="0">
                <a:solidFill>
                  <a:schemeClr val="bg1"/>
                </a:solidFill>
              </a:defRPr>
            </a:lvl1pPr>
          </a:lstStyle>
          <a:p>
            <a:pPr lvl="0"/>
            <a:r>
              <a:rPr lang="en-US" dirty="0"/>
              <a:t>Click to edit Master subtitle style</a:t>
            </a:r>
          </a:p>
        </p:txBody>
      </p:sp>
      <p:sp>
        <p:nvSpPr>
          <p:cNvPr id="20" name="Picture Placeholder 19">
            <a:extLst>
              <a:ext uri="{FF2B5EF4-FFF2-40B4-BE49-F238E27FC236}">
                <a16:creationId xmlns:a16="http://schemas.microsoft.com/office/drawing/2014/main" id="{60A6A082-894A-7F2D-AA57-EBD48EAFBDB9}"/>
              </a:ext>
            </a:extLst>
          </p:cNvPr>
          <p:cNvSpPr>
            <a:spLocks noGrp="1"/>
          </p:cNvSpPr>
          <p:nvPr>
            <p:ph type="pic" sz="quarter" idx="13" hasCustomPrompt="1"/>
          </p:nvPr>
        </p:nvSpPr>
        <p:spPr>
          <a:xfrm>
            <a:off x="0" y="0"/>
            <a:ext cx="5067300" cy="6858000"/>
          </a:xfrm>
          <a:blipFill>
            <a:blip r:embed="rId2">
              <a:alphaModFix amt="70000"/>
            </a:blip>
            <a:stretch>
              <a:fillRect/>
            </a:stretch>
          </a:blipFill>
        </p:spPr>
        <p:txBody>
          <a:bodyPr/>
          <a:lstStyle>
            <a:lvl1pPr marL="0" indent="0">
              <a:buNone/>
              <a:defRPr/>
            </a:lvl1pPr>
          </a:lstStyle>
          <a:p>
            <a:r>
              <a:rPr lang="en-US" dirty="0"/>
              <a:t>.</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5687566" y="6455664"/>
            <a:ext cx="2902571" cy="365760"/>
          </a:xfrm>
        </p:spPr>
        <p:txBody>
          <a:bodyPr/>
          <a:lstStyle>
            <a:lvl1pPr>
              <a:defRPr>
                <a:solidFill>
                  <a:schemeClr val="bg1"/>
                </a:solidFill>
              </a:defRPr>
            </a:lvl1pPr>
          </a:lstStyle>
          <a:p>
            <a:r>
              <a:rPr lang="en-US"/>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8608425" y="6455664"/>
            <a:ext cx="2986167" cy="365760"/>
          </a:xfrm>
        </p:spPr>
        <p:txBody>
          <a:bodyPr/>
          <a:lstStyle>
            <a:lvl1pPr>
              <a:defRPr>
                <a:solidFill>
                  <a:schemeClr val="bg1"/>
                </a:solidFill>
              </a:defRPr>
            </a:lvl1pPr>
          </a:lstStyle>
          <a:p>
            <a:fld id="{22927AFB-A171-440E-85AE-8173A49EBA6A}" type="datetime2">
              <a:rPr lang="en-US" smtClean="0"/>
              <a:t>Monday, January 5, 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bg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3940542743"/>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Content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033272" y="347472"/>
            <a:ext cx="9985248" cy="960120"/>
          </a:xfrm>
        </p:spPr>
        <p:txBody>
          <a:bodyPr/>
          <a:lstStyle/>
          <a:p>
            <a:r>
              <a:rPr lang="en-US" dirty="0"/>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1033272" y="1563624"/>
            <a:ext cx="9985248" cy="45720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7274BCA4-07E8-484C-A268-7A7F4DBB4C79}" type="datetime2">
              <a:rPr lang="en-US" smtClean="0"/>
              <a:t>Monday, January 5, 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16670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Photo 2">
    <p:bg>
      <p:bgRef idx="1001">
        <a:schemeClr val="bg1"/>
      </p:bgRef>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5BCCAF72-A322-2B88-2E9E-10B288C8315E}"/>
              </a:ext>
            </a:extLst>
          </p:cNvPr>
          <p:cNvSpPr/>
          <p:nvPr/>
        </p:nvSpPr>
        <p:spPr>
          <a:xfrm>
            <a:off x="0" y="0"/>
            <a:ext cx="12192000" cy="6858000"/>
          </a:xfrm>
          <a:prstGeom prst="rect">
            <a:avLst/>
          </a:prstGeom>
          <a:solidFill>
            <a:schemeClr val="bg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EA2EF993-7F0D-4ECF-FD85-4AAFAAAF91C6}"/>
              </a:ext>
            </a:extLst>
          </p:cNvPr>
          <p:cNvSpPr/>
          <p:nvPr/>
        </p:nvSpPr>
        <p:spPr>
          <a:xfrm rot="10800000" flipH="1">
            <a:off x="0" y="4571999"/>
            <a:ext cx="12192003" cy="2286219"/>
          </a:xfrm>
          <a:prstGeom prst="rect">
            <a:avLst/>
          </a:prstGeom>
          <a:gradFill>
            <a:gsLst>
              <a:gs pos="0">
                <a:srgbClr val="FF907A"/>
              </a:gs>
              <a:gs pos="100000">
                <a:srgbClr val="DA002F"/>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6" name="Rectangle 5">
            <a:extLst>
              <a:ext uri="{FF2B5EF4-FFF2-40B4-BE49-F238E27FC236}">
                <a16:creationId xmlns:a16="http://schemas.microsoft.com/office/drawing/2014/main" id="{C6D141E1-516D-D7D9-7CAC-EBABCB077CDD}"/>
              </a:ext>
            </a:extLst>
          </p:cNvPr>
          <p:cNvSpPr/>
          <p:nvPr/>
        </p:nvSpPr>
        <p:spPr>
          <a:xfrm rot="10800000" flipH="1">
            <a:off x="4038600" y="4571779"/>
            <a:ext cx="8151938" cy="2286329"/>
          </a:xfrm>
          <a:prstGeom prst="rect">
            <a:avLst/>
          </a:prstGeom>
          <a:gradFill>
            <a:gsLst>
              <a:gs pos="0">
                <a:srgbClr val="FF5076">
                  <a:alpha val="0"/>
                </a:srgbClr>
              </a:gs>
              <a:gs pos="99000">
                <a:srgbClr val="91049C">
                  <a:alpha val="81961"/>
                </a:srgb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1" name="Freeform: Shape 10">
            <a:extLst>
              <a:ext uri="{FF2B5EF4-FFF2-40B4-BE49-F238E27FC236}">
                <a16:creationId xmlns:a16="http://schemas.microsoft.com/office/drawing/2014/main" id="{D973ECF1-2707-D092-89EA-AC6D4B79E56F}"/>
              </a:ext>
            </a:extLst>
          </p:cNvPr>
          <p:cNvSpPr/>
          <p:nvPr/>
        </p:nvSpPr>
        <p:spPr>
          <a:xfrm rot="14834054">
            <a:off x="3015414" y="2996601"/>
            <a:ext cx="2352194" cy="3826944"/>
          </a:xfrm>
          <a:custGeom>
            <a:avLst/>
            <a:gdLst>
              <a:gd name="connsiteX0" fmla="*/ 2352194 w 2352194"/>
              <a:gd name="connsiteY0" fmla="*/ 8624 h 3826944"/>
              <a:gd name="connsiteX1" fmla="*/ 749804 w 2352194"/>
              <a:gd name="connsiteY1" fmla="*/ 3826944 h 3826944"/>
              <a:gd name="connsiteX2" fmla="*/ 566692 w 2352194"/>
              <a:gd name="connsiteY2" fmla="*/ 3648149 h 3826944"/>
              <a:gd name="connsiteX3" fmla="*/ 0 w 2352194"/>
              <a:gd name="connsiteY3" fmla="*/ 2181415 h 3826944"/>
              <a:gd name="connsiteX4" fmla="*/ 2181415 w 2352194"/>
              <a:gd name="connsiteY4" fmla="*/ 0 h 38269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52194" h="3826944">
                <a:moveTo>
                  <a:pt x="2352194" y="8624"/>
                </a:moveTo>
                <a:lnTo>
                  <a:pt x="749804" y="3826944"/>
                </a:lnTo>
                <a:lnTo>
                  <a:pt x="566692" y="3648149"/>
                </a:lnTo>
                <a:cubicBezTo>
                  <a:pt x="214596" y="3260758"/>
                  <a:pt x="0" y="2746147"/>
                  <a:pt x="0" y="2181415"/>
                </a:cubicBezTo>
                <a:cubicBezTo>
                  <a:pt x="0" y="976653"/>
                  <a:pt x="976652" y="0"/>
                  <a:pt x="2181415" y="0"/>
                </a:cubicBezTo>
                <a:close/>
              </a:path>
            </a:pathLst>
          </a:custGeom>
          <a:gradFill>
            <a:gsLst>
              <a:gs pos="0">
                <a:srgbClr val="FFBCAF">
                  <a:alpha val="33725"/>
                </a:srgbClr>
              </a:gs>
              <a:gs pos="100000">
                <a:srgbClr val="FF907A">
                  <a:alpha val="0"/>
                </a:srgbClr>
              </a:gs>
            </a:gsLst>
            <a:lin ang="3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5" name="Rectangle 14">
            <a:extLst>
              <a:ext uri="{FF2B5EF4-FFF2-40B4-BE49-F238E27FC236}">
                <a16:creationId xmlns:a16="http://schemas.microsoft.com/office/drawing/2014/main" id="{F09FDFDA-46A6-DCC7-FA34-612FC4BF8109}"/>
              </a:ext>
            </a:extLst>
          </p:cNvPr>
          <p:cNvSpPr/>
          <p:nvPr/>
        </p:nvSpPr>
        <p:spPr>
          <a:xfrm flipH="1">
            <a:off x="3047998" y="4571999"/>
            <a:ext cx="9143999" cy="1841109"/>
          </a:xfrm>
          <a:prstGeom prst="rect">
            <a:avLst/>
          </a:prstGeom>
          <a:gradFill>
            <a:gsLst>
              <a:gs pos="0">
                <a:srgbClr val="FF411C">
                  <a:alpha val="29804"/>
                </a:srgbClr>
              </a:gs>
              <a:gs pos="78000">
                <a:srgbClr val="DA002F">
                  <a:alpha val="0"/>
                </a:srgbClr>
              </a:gs>
            </a:gsLst>
            <a:lin ang="21594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731520" y="4791456"/>
            <a:ext cx="10570464" cy="1170432"/>
          </a:xfrm>
        </p:spPr>
        <p:txBody>
          <a:bodyPr vert="horz" lIns="91440" tIns="45720" rIns="91440" bIns="45720" rtlCol="0" anchor="b">
            <a:normAutofit/>
          </a:bodyPr>
          <a:lstStyle>
            <a:lvl1pPr>
              <a:defRPr lang="en-US" sz="4000" cap="all" spc="700" baseline="0">
                <a:solidFill>
                  <a:schemeClr val="bg1"/>
                </a:solidFill>
              </a:defRPr>
            </a:lvl1pPr>
          </a:lstStyle>
          <a:p>
            <a:pPr lvl="0">
              <a:lnSpc>
                <a:spcPct val="110000"/>
              </a:lnSpc>
            </a:pPr>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31520" y="6025896"/>
            <a:ext cx="10579608" cy="429768"/>
          </a:xfrm>
        </p:spPr>
        <p:txBody>
          <a:bodyPr vert="horz" lIns="91440" tIns="45720" rIns="91440" bIns="45720" rtlCol="0">
            <a:normAutofit/>
          </a:bodyPr>
          <a:lstStyle>
            <a:lvl1pPr marL="0" indent="0">
              <a:buNone/>
              <a:defRPr lang="en-US" sz="1600" cap="all" spc="400" baseline="0">
                <a:solidFill>
                  <a:schemeClr val="bg1"/>
                </a:solidFill>
                <a:latin typeface="+mj-lt"/>
              </a:defRPr>
            </a:lvl1pPr>
          </a:lstStyle>
          <a:p>
            <a:pPr lvl="0"/>
            <a:r>
              <a:rPr lang="en-US" dirty="0"/>
              <a:t>Click to edit Master subtitle style</a:t>
            </a:r>
          </a:p>
        </p:txBody>
      </p:sp>
      <p:sp>
        <p:nvSpPr>
          <p:cNvPr id="17" name="Picture Placeholder 16">
            <a:extLst>
              <a:ext uri="{FF2B5EF4-FFF2-40B4-BE49-F238E27FC236}">
                <a16:creationId xmlns:a16="http://schemas.microsoft.com/office/drawing/2014/main" id="{CC20621E-D3A1-DE2F-A48A-0A5F27957211}"/>
              </a:ext>
            </a:extLst>
          </p:cNvPr>
          <p:cNvSpPr>
            <a:spLocks noGrp="1"/>
          </p:cNvSpPr>
          <p:nvPr>
            <p:ph type="pic" sz="quarter" idx="13" hasCustomPrompt="1"/>
          </p:nvPr>
        </p:nvSpPr>
        <p:spPr>
          <a:xfrm>
            <a:off x="0" y="0"/>
            <a:ext cx="12192000" cy="4572000"/>
          </a:xfrm>
          <a:blipFill dpi="0" rotWithShape="1">
            <a:blip r:embed="rId2">
              <a:alphaModFix amt="70000"/>
            </a:blip>
            <a:srcRect/>
            <a:stretch>
              <a:fillRect/>
            </a:stretch>
          </a:blipFill>
        </p:spPr>
        <p:txBody>
          <a:bodyPr/>
          <a:lstStyle>
            <a:lvl1pPr marL="0" indent="0">
              <a:buNone/>
              <a:defRPr/>
            </a:lvl1pPr>
          </a:lstStyle>
          <a:p>
            <a:r>
              <a:rPr lang="en-US" dirty="0"/>
              <a:t>.</a:t>
            </a:r>
          </a:p>
        </p:txBody>
      </p:sp>
      <p:sp>
        <p:nvSpPr>
          <p:cNvPr id="19" name="Footer Placeholder 18">
            <a:extLst>
              <a:ext uri="{FF2B5EF4-FFF2-40B4-BE49-F238E27FC236}">
                <a16:creationId xmlns:a16="http://schemas.microsoft.com/office/drawing/2014/main" id="{382602B3-F8C3-D957-5C3F-DF1749FA8532}"/>
              </a:ext>
            </a:extLst>
          </p:cNvPr>
          <p:cNvSpPr>
            <a:spLocks noGrp="1"/>
          </p:cNvSpPr>
          <p:nvPr>
            <p:ph type="ftr" sz="quarter" idx="15"/>
          </p:nvPr>
        </p:nvSpPr>
        <p:spPr>
          <a:xfrm>
            <a:off x="731520" y="6455664"/>
            <a:ext cx="3557016" cy="365760"/>
          </a:xfrm>
        </p:spPr>
        <p:txBody>
          <a:bodyPr/>
          <a:lstStyle>
            <a:lvl1pPr>
              <a:defRPr>
                <a:solidFill>
                  <a:schemeClr val="bg1"/>
                </a:solidFill>
                <a:effectLst/>
              </a:defRPr>
            </a:lvl1pPr>
          </a:lstStyle>
          <a:p>
            <a:r>
              <a:rPr lang="en-US"/>
              <a:t>Sample Footer Text</a:t>
            </a:r>
          </a:p>
        </p:txBody>
      </p:sp>
      <p:sp>
        <p:nvSpPr>
          <p:cNvPr id="18" name="Date Placeholder 17">
            <a:extLst>
              <a:ext uri="{FF2B5EF4-FFF2-40B4-BE49-F238E27FC236}">
                <a16:creationId xmlns:a16="http://schemas.microsoft.com/office/drawing/2014/main" id="{A0E38CC7-EEB9-1AD7-7B03-603746FE3FF6}"/>
              </a:ext>
            </a:extLst>
          </p:cNvPr>
          <p:cNvSpPr>
            <a:spLocks noGrp="1"/>
          </p:cNvSpPr>
          <p:nvPr>
            <p:ph type="dt" sz="half" idx="14"/>
          </p:nvPr>
        </p:nvSpPr>
        <p:spPr/>
        <p:txBody>
          <a:bodyPr/>
          <a:lstStyle>
            <a:lvl1pPr>
              <a:defRPr>
                <a:solidFill>
                  <a:schemeClr val="bg1"/>
                </a:solidFill>
              </a:defRPr>
            </a:lvl1pPr>
          </a:lstStyle>
          <a:p>
            <a:fld id="{8EC5E238-6443-4E66-ABD7-AFE41A3FA712}" type="datetime2">
              <a:rPr lang="en-US" smtClean="0"/>
              <a:t>Monday, January 5, 2026</a:t>
            </a:fld>
            <a:endParaRPr lang="en-US"/>
          </a:p>
        </p:txBody>
      </p:sp>
      <p:sp>
        <p:nvSpPr>
          <p:cNvPr id="20" name="Slide Number Placeholder 19">
            <a:extLst>
              <a:ext uri="{FF2B5EF4-FFF2-40B4-BE49-F238E27FC236}">
                <a16:creationId xmlns:a16="http://schemas.microsoft.com/office/drawing/2014/main" id="{B153FF4E-D18A-13B0-6B0A-CF7AF0A5232B}"/>
              </a:ext>
            </a:extLst>
          </p:cNvPr>
          <p:cNvSpPr>
            <a:spLocks noGrp="1"/>
          </p:cNvSpPr>
          <p:nvPr>
            <p:ph type="sldNum" sz="quarter" idx="16"/>
          </p:nvPr>
        </p:nvSpPr>
        <p:spPr/>
        <p:txBody>
          <a:bodyPr/>
          <a:lstStyle>
            <a:lvl1pPr>
              <a:defRPr>
                <a:solidFill>
                  <a:schemeClr val="bg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2537236055"/>
      </p:ext>
    </p:extLst>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Photo 3">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595EAD1-9200-DDD9-8F6D-AD5C90E1D940}"/>
              </a:ext>
            </a:extLst>
          </p:cNvPr>
          <p:cNvSpPr/>
          <p:nvPr/>
        </p:nvSpPr>
        <p:spPr>
          <a:xfrm>
            <a:off x="0" y="0"/>
            <a:ext cx="12192000" cy="6858000"/>
          </a:xfrm>
          <a:prstGeom prst="rect">
            <a:avLst/>
          </a:prstGeom>
          <a:solidFill>
            <a:schemeClr val="bg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8D2DD7BB-25B8-B7A3-8E13-EDE8E1090689}"/>
              </a:ext>
            </a:extLst>
          </p:cNvPr>
          <p:cNvSpPr/>
          <p:nvPr/>
        </p:nvSpPr>
        <p:spPr>
          <a:xfrm rot="10800000" flipH="1">
            <a:off x="0" y="0"/>
            <a:ext cx="6096000" cy="6868461"/>
          </a:xfrm>
          <a:prstGeom prst="rect">
            <a:avLst/>
          </a:prstGeom>
          <a:gradFill>
            <a:gsLst>
              <a:gs pos="0">
                <a:srgbClr val="FE4A00">
                  <a:alpha val="65882"/>
                </a:srgbClr>
              </a:gs>
              <a:gs pos="100000">
                <a:srgbClr val="A6025C"/>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9" name="Rectangle 8">
            <a:extLst>
              <a:ext uri="{FF2B5EF4-FFF2-40B4-BE49-F238E27FC236}">
                <a16:creationId xmlns:a16="http://schemas.microsoft.com/office/drawing/2014/main" id="{FB6C05D2-D53F-950D-185E-08B200EEFEB9}"/>
              </a:ext>
            </a:extLst>
          </p:cNvPr>
          <p:cNvSpPr/>
          <p:nvPr/>
        </p:nvSpPr>
        <p:spPr>
          <a:xfrm rot="10800000" flipH="1">
            <a:off x="-18287" y="4582455"/>
            <a:ext cx="6114286" cy="2275539"/>
          </a:xfrm>
          <a:prstGeom prst="rect">
            <a:avLst/>
          </a:prstGeom>
          <a:gradFill>
            <a:gsLst>
              <a:gs pos="0">
                <a:srgbClr val="DA002F">
                  <a:alpha val="0"/>
                </a:srgbClr>
              </a:gs>
              <a:gs pos="99000">
                <a:srgbClr val="92248E">
                  <a:alpha val="26667"/>
                </a:srgbClr>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0" name="Rectangle 9">
            <a:extLst>
              <a:ext uri="{FF2B5EF4-FFF2-40B4-BE49-F238E27FC236}">
                <a16:creationId xmlns:a16="http://schemas.microsoft.com/office/drawing/2014/main" id="{BC0AF5C2-3AA9-7510-308E-9D21678F7EFC}"/>
              </a:ext>
            </a:extLst>
          </p:cNvPr>
          <p:cNvSpPr/>
          <p:nvPr/>
        </p:nvSpPr>
        <p:spPr>
          <a:xfrm rot="5400000" flipH="1">
            <a:off x="-148955" y="532365"/>
            <a:ext cx="6878924" cy="5814190"/>
          </a:xfrm>
          <a:prstGeom prst="rect">
            <a:avLst/>
          </a:prstGeom>
          <a:gradFill>
            <a:gsLst>
              <a:gs pos="0">
                <a:srgbClr val="FE4A00">
                  <a:alpha val="0"/>
                </a:srgbClr>
              </a:gs>
              <a:gs pos="100000">
                <a:srgbClr val="A60296">
                  <a:alpha val="38000"/>
                </a:srgb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1" name="Oval 10">
            <a:extLst>
              <a:ext uri="{FF2B5EF4-FFF2-40B4-BE49-F238E27FC236}">
                <a16:creationId xmlns:a16="http://schemas.microsoft.com/office/drawing/2014/main" id="{13D13448-08C3-4231-6CCA-F17E4C608199}"/>
              </a:ext>
            </a:extLst>
          </p:cNvPr>
          <p:cNvSpPr/>
          <p:nvPr/>
        </p:nvSpPr>
        <p:spPr>
          <a:xfrm rot="10800000">
            <a:off x="949046" y="1319084"/>
            <a:ext cx="4648799" cy="4648799"/>
          </a:xfrm>
          <a:prstGeom prst="ellipse">
            <a:avLst/>
          </a:prstGeom>
          <a:gradFill>
            <a:gsLst>
              <a:gs pos="31000">
                <a:srgbClr val="FF907A">
                  <a:alpha val="0"/>
                </a:srgbClr>
              </a:gs>
              <a:gs pos="85000">
                <a:srgbClr val="FFBCAF">
                  <a:alpha val="12000"/>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731520" y="941832"/>
            <a:ext cx="4626864" cy="3209544"/>
          </a:xfrm>
        </p:spPr>
        <p:txBody>
          <a:bodyPr vert="horz" lIns="91440" tIns="45720" rIns="91440" bIns="45720" rtlCol="0" anchor="b">
            <a:normAutofit/>
          </a:bodyPr>
          <a:lstStyle>
            <a:lvl1pPr>
              <a:defRPr lang="en-US" sz="3600" cap="all" spc="700" baseline="0" dirty="0">
                <a:solidFill>
                  <a:schemeClr val="bg1"/>
                </a:solidFill>
              </a:defRPr>
            </a:lvl1pPr>
          </a:lstStyle>
          <a:p>
            <a:pPr lvl="0">
              <a:lnSpc>
                <a:spcPct val="110000"/>
              </a:lnSpc>
            </a:pPr>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31520" y="4974336"/>
            <a:ext cx="4626864" cy="1453896"/>
          </a:xfrm>
        </p:spPr>
        <p:txBody>
          <a:bodyPr vert="horz" lIns="91440" tIns="45720" rIns="91440" bIns="45720" rtlCol="0" anchor="ctr">
            <a:normAutofit/>
          </a:bodyPr>
          <a:lstStyle>
            <a:lvl1pPr marL="0" indent="0">
              <a:buNone/>
              <a:defRPr lang="en-US" cap="all" spc="400" baseline="0" dirty="0">
                <a:solidFill>
                  <a:schemeClr val="bg1"/>
                </a:solidFill>
              </a:defRPr>
            </a:lvl1pPr>
          </a:lstStyle>
          <a:p>
            <a:pPr lvl="0"/>
            <a:r>
              <a:rPr lang="en-US" dirty="0"/>
              <a:t>Click to edit Master subtitle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bg1"/>
                </a:solidFill>
              </a:defRPr>
            </a:lvl1pPr>
          </a:lstStyle>
          <a:p>
            <a:r>
              <a:rPr lang="en-US"/>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731520" y="6455664"/>
            <a:ext cx="4096512" cy="365760"/>
          </a:xfrm>
        </p:spPr>
        <p:txBody>
          <a:bodyPr/>
          <a:lstStyle>
            <a:lvl1pPr algn="l">
              <a:defRPr>
                <a:solidFill>
                  <a:schemeClr val="bg1"/>
                </a:solidFill>
              </a:defRPr>
            </a:lvl1pPr>
          </a:lstStyle>
          <a:p>
            <a:fld id="{F2D689D1-54B3-41D9-B112-32329B9B3CC6}" type="datetime2">
              <a:rPr lang="en-US" smtClean="0"/>
              <a:t>Monday, January 5, 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4809744" y="6455664"/>
            <a:ext cx="548640" cy="365760"/>
          </a:xfrm>
        </p:spPr>
        <p:txBody>
          <a:bodyPr/>
          <a:lstStyle>
            <a:lvl1pPr>
              <a:defRPr>
                <a:solidFill>
                  <a:schemeClr val="bg1"/>
                </a:solidFill>
              </a:defRPr>
            </a:lvl1pPr>
          </a:lstStyle>
          <a:p>
            <a:fld id="{CC057153-B650-4DEB-B370-79DDCFDCE934}" type="slidenum">
              <a:rPr lang="en-US" smtClean="0"/>
              <a:pPr/>
              <a:t>‹#›</a:t>
            </a:fld>
            <a:endParaRPr lang="en-US"/>
          </a:p>
        </p:txBody>
      </p:sp>
      <p:sp>
        <p:nvSpPr>
          <p:cNvPr id="20" name="Picture Placeholder 19">
            <a:extLst>
              <a:ext uri="{FF2B5EF4-FFF2-40B4-BE49-F238E27FC236}">
                <a16:creationId xmlns:a16="http://schemas.microsoft.com/office/drawing/2014/main" id="{60A6A082-894A-7F2D-AA57-EBD48EAFBDB9}"/>
              </a:ext>
            </a:extLst>
          </p:cNvPr>
          <p:cNvSpPr>
            <a:spLocks noGrp="1"/>
          </p:cNvSpPr>
          <p:nvPr>
            <p:ph type="pic" sz="quarter" idx="13" hasCustomPrompt="1"/>
          </p:nvPr>
        </p:nvSpPr>
        <p:spPr>
          <a:xfrm>
            <a:off x="6092952" y="0"/>
            <a:ext cx="6099048" cy="6858000"/>
          </a:xfrm>
          <a:blipFill>
            <a:blip r:embed="rId2">
              <a:alphaModFix amt="70000"/>
            </a:blip>
            <a:stretch>
              <a:fillRect/>
            </a:stretch>
          </a:blipFill>
        </p:spPr>
        <p:txBody>
          <a:bodyPr/>
          <a:lstStyle>
            <a:lvl1pPr marL="0" indent="0">
              <a:buNone/>
              <a:defRPr/>
            </a:lvl1pPr>
          </a:lstStyle>
          <a:p>
            <a:r>
              <a:rPr lang="en-US" dirty="0"/>
              <a:t>.</a:t>
            </a:r>
          </a:p>
        </p:txBody>
      </p:sp>
    </p:spTree>
    <p:extLst>
      <p:ext uri="{BB962C8B-B14F-4D97-AF65-F5344CB8AC3E}">
        <p14:creationId xmlns:p14="http://schemas.microsoft.com/office/powerpoint/2010/main" val="3621013199"/>
      </p:ext>
    </p:extLst>
  </p:cSld>
  <p:clrMapOvr>
    <a:overrideClrMapping bg1="lt1" tx1="dk1" bg2="lt2" tx2="dk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itle, Photo 4">
    <p:bg>
      <p:bgRef idx="1001">
        <a:schemeClr val="bg1"/>
      </p:bgRef>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2C58E3E8-0931-8EEE-FF77-1C25EBBE79AA}"/>
              </a:ext>
            </a:extLst>
          </p:cNvPr>
          <p:cNvSpPr/>
          <p:nvPr/>
        </p:nvSpPr>
        <p:spPr>
          <a:xfrm>
            <a:off x="0" y="0"/>
            <a:ext cx="12192000" cy="6858000"/>
          </a:xfrm>
          <a:prstGeom prst="rect">
            <a:avLst/>
          </a:prstGeom>
          <a:solidFill>
            <a:schemeClr val="bg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F3CE0C29-D9B0-E434-079F-9F0C40DF20EC}"/>
              </a:ext>
            </a:extLst>
          </p:cNvPr>
          <p:cNvSpPr/>
          <p:nvPr/>
        </p:nvSpPr>
        <p:spPr>
          <a:xfrm rot="5400000" flipH="1">
            <a:off x="-1399562" y="1399556"/>
            <a:ext cx="6875820" cy="4076703"/>
          </a:xfrm>
          <a:prstGeom prst="rect">
            <a:avLst/>
          </a:prstGeom>
          <a:gradFill>
            <a:gsLst>
              <a:gs pos="11000">
                <a:srgbClr val="92248E"/>
              </a:gs>
              <a:gs pos="100000">
                <a:srgbClr val="FF411C">
                  <a:alpha val="85000"/>
                </a:srgb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3F9F604E-FEFA-3809-8244-5B72EE7BB044}"/>
              </a:ext>
            </a:extLst>
          </p:cNvPr>
          <p:cNvSpPr/>
          <p:nvPr/>
        </p:nvSpPr>
        <p:spPr>
          <a:xfrm rot="16200000">
            <a:off x="890124" y="3681875"/>
            <a:ext cx="2296453" cy="4076701"/>
          </a:xfrm>
          <a:prstGeom prst="rect">
            <a:avLst/>
          </a:prstGeom>
          <a:gradFill>
            <a:gsLst>
              <a:gs pos="0">
                <a:srgbClr val="DA002F">
                  <a:alpha val="55000"/>
                </a:srgbClr>
              </a:gs>
              <a:gs pos="100000">
                <a:srgbClr val="FF907A">
                  <a:alpha val="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Shape 11">
            <a:extLst>
              <a:ext uri="{FF2B5EF4-FFF2-40B4-BE49-F238E27FC236}">
                <a16:creationId xmlns:a16="http://schemas.microsoft.com/office/drawing/2014/main" id="{0D18E261-930C-6A44-A568-9DD2A88D3526}"/>
              </a:ext>
            </a:extLst>
          </p:cNvPr>
          <p:cNvSpPr/>
          <p:nvPr/>
        </p:nvSpPr>
        <p:spPr>
          <a:xfrm rot="6097846">
            <a:off x="-747355" y="1201312"/>
            <a:ext cx="4808302" cy="4088666"/>
          </a:xfrm>
          <a:custGeom>
            <a:avLst/>
            <a:gdLst>
              <a:gd name="connsiteX0" fmla="*/ 48844 w 4808302"/>
              <a:gd name="connsiteY0" fmla="*/ 2888671 h 4088666"/>
              <a:gd name="connsiteX1" fmla="*/ 0 w 4808302"/>
              <a:gd name="connsiteY1" fmla="*/ 2404151 h 4088666"/>
              <a:gd name="connsiteX2" fmla="*/ 2404151 w 4808302"/>
              <a:gd name="connsiteY2" fmla="*/ 0 h 4088666"/>
              <a:gd name="connsiteX3" fmla="*/ 4808302 w 4808302"/>
              <a:gd name="connsiteY3" fmla="*/ 2404151 h 4088666"/>
              <a:gd name="connsiteX4" fmla="*/ 4700216 w 4808302"/>
              <a:gd name="connsiteY4" fmla="*/ 3119072 h 4088666"/>
              <a:gd name="connsiteX5" fmla="*/ 4643143 w 4808302"/>
              <a:gd name="connsiteY5" fmla="*/ 3275009 h 4088666"/>
              <a:gd name="connsiteX6" fmla="*/ 690093 w 4808302"/>
              <a:gd name="connsiteY6" fmla="*/ 4088666 h 4088666"/>
              <a:gd name="connsiteX7" fmla="*/ 548991 w 4808302"/>
              <a:gd name="connsiteY7" fmla="*/ 3933414 h 4088666"/>
              <a:gd name="connsiteX8" fmla="*/ 48844 w 4808302"/>
              <a:gd name="connsiteY8" fmla="*/ 2888671 h 4088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08302" h="4088666">
                <a:moveTo>
                  <a:pt x="48844" y="2888671"/>
                </a:moveTo>
                <a:cubicBezTo>
                  <a:pt x="16818" y="2732167"/>
                  <a:pt x="0" y="2570123"/>
                  <a:pt x="0" y="2404151"/>
                </a:cubicBezTo>
                <a:cubicBezTo>
                  <a:pt x="0" y="1076375"/>
                  <a:pt x="1076375" y="0"/>
                  <a:pt x="2404151" y="0"/>
                </a:cubicBezTo>
                <a:cubicBezTo>
                  <a:pt x="3731927" y="0"/>
                  <a:pt x="4808302" y="1076375"/>
                  <a:pt x="4808302" y="2404151"/>
                </a:cubicBezTo>
                <a:cubicBezTo>
                  <a:pt x="4808302" y="2653109"/>
                  <a:pt x="4770461" y="2893229"/>
                  <a:pt x="4700216" y="3119072"/>
                </a:cubicBezTo>
                <a:lnTo>
                  <a:pt x="4643143" y="3275009"/>
                </a:lnTo>
                <a:lnTo>
                  <a:pt x="690093" y="4088666"/>
                </a:lnTo>
                <a:lnTo>
                  <a:pt x="548991" y="3933414"/>
                </a:lnTo>
                <a:cubicBezTo>
                  <a:pt x="304015" y="3636572"/>
                  <a:pt x="128908" y="3279932"/>
                  <a:pt x="48844" y="2888671"/>
                </a:cubicBezTo>
                <a:close/>
              </a:path>
            </a:pathLst>
          </a:custGeom>
          <a:gradFill>
            <a:gsLst>
              <a:gs pos="39000">
                <a:srgbClr val="FFDBCC">
                  <a:alpha val="0"/>
                </a:srgbClr>
              </a:gs>
              <a:gs pos="100000">
                <a:srgbClr val="FF907A">
                  <a:alpha val="30000"/>
                </a:srgb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12648" y="850392"/>
            <a:ext cx="2935224" cy="3035808"/>
          </a:xfrm>
        </p:spPr>
        <p:txBody>
          <a:bodyPr vert="horz" lIns="91440" tIns="45720" rIns="91440" bIns="45720" rtlCol="0" anchor="t">
            <a:normAutofit/>
          </a:bodyPr>
          <a:lstStyle>
            <a:lvl1pPr>
              <a:defRPr lang="en-US" cap="all" spc="700" baseline="0">
                <a:solidFill>
                  <a:schemeClr val="bg1"/>
                </a:solidFill>
              </a:defRPr>
            </a:lvl1pPr>
          </a:lstStyle>
          <a:p>
            <a:pPr lvl="0">
              <a:lnSpc>
                <a:spcPct val="110000"/>
              </a:lnSpc>
            </a:pPr>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12648" y="5001768"/>
            <a:ext cx="2926080" cy="1490472"/>
          </a:xfrm>
        </p:spPr>
        <p:txBody>
          <a:bodyPr vert="horz" lIns="91440" tIns="45720" rIns="91440" bIns="45720" rtlCol="0" anchor="ctr">
            <a:normAutofit/>
          </a:bodyPr>
          <a:lstStyle>
            <a:lvl1pPr marL="0" indent="0">
              <a:buNone/>
              <a:defRPr lang="en-US" sz="1600" cap="all" spc="400" baseline="0" dirty="0">
                <a:solidFill>
                  <a:schemeClr val="bg1"/>
                </a:solidFill>
                <a:latin typeface="+mj-lt"/>
              </a:defRPr>
            </a:lvl1pPr>
          </a:lstStyle>
          <a:p>
            <a:pPr lvl="0"/>
            <a:r>
              <a:rPr lang="en-US" dirty="0"/>
              <a:t>Click to edit Master subtitle style</a:t>
            </a:r>
          </a:p>
        </p:txBody>
      </p:sp>
      <p:sp>
        <p:nvSpPr>
          <p:cNvPr id="18" name="Footer Placeholder 17">
            <a:extLst>
              <a:ext uri="{FF2B5EF4-FFF2-40B4-BE49-F238E27FC236}">
                <a16:creationId xmlns:a16="http://schemas.microsoft.com/office/drawing/2014/main" id="{EEDD729C-2F42-9729-3280-C9066997083D}"/>
              </a:ext>
            </a:extLst>
          </p:cNvPr>
          <p:cNvSpPr>
            <a:spLocks noGrp="1"/>
          </p:cNvSpPr>
          <p:nvPr>
            <p:ph type="ftr" sz="quarter" idx="11"/>
          </p:nvPr>
        </p:nvSpPr>
        <p:spPr/>
        <p:txBody>
          <a:bodyPr/>
          <a:lstStyle>
            <a:lvl1pPr>
              <a:defRPr>
                <a:solidFill>
                  <a:schemeClr val="bg1"/>
                </a:solidFill>
              </a:defRPr>
            </a:lvl1pPr>
          </a:lstStyle>
          <a:p>
            <a:r>
              <a:rPr lang="en-US"/>
              <a:t>Sample Footer Text</a:t>
            </a:r>
          </a:p>
        </p:txBody>
      </p:sp>
      <p:sp>
        <p:nvSpPr>
          <p:cNvPr id="19" name="Slide Number Placeholder 18">
            <a:extLst>
              <a:ext uri="{FF2B5EF4-FFF2-40B4-BE49-F238E27FC236}">
                <a16:creationId xmlns:a16="http://schemas.microsoft.com/office/drawing/2014/main" id="{036F8F79-3CDB-6415-DDB2-2D674522D5B0}"/>
              </a:ext>
            </a:extLst>
          </p:cNvPr>
          <p:cNvSpPr>
            <a:spLocks noGrp="1"/>
          </p:cNvSpPr>
          <p:nvPr>
            <p:ph type="sldNum" sz="quarter" idx="12"/>
          </p:nvPr>
        </p:nvSpPr>
        <p:spPr>
          <a:xfrm>
            <a:off x="32004" y="6455664"/>
            <a:ext cx="548640" cy="365760"/>
          </a:xfrm>
        </p:spPr>
        <p:txBody>
          <a:bodyPr/>
          <a:lstStyle>
            <a:lvl1pPr>
              <a:defRPr>
                <a:solidFill>
                  <a:schemeClr val="bg1"/>
                </a:solidFill>
              </a:defRPr>
            </a:lvl1pPr>
          </a:lstStyle>
          <a:p>
            <a:fld id="{CC057153-B650-4DEB-B370-79DDCFDCE934}" type="slidenum">
              <a:rPr lang="en-US" smtClean="0"/>
              <a:pPr/>
              <a:t>‹#›</a:t>
            </a:fld>
            <a:endParaRPr lang="en-US"/>
          </a:p>
        </p:txBody>
      </p:sp>
      <p:sp>
        <p:nvSpPr>
          <p:cNvPr id="17" name="Date Placeholder 16">
            <a:extLst>
              <a:ext uri="{FF2B5EF4-FFF2-40B4-BE49-F238E27FC236}">
                <a16:creationId xmlns:a16="http://schemas.microsoft.com/office/drawing/2014/main" id="{7911B295-8CBE-7949-8048-EBF414619287}"/>
              </a:ext>
            </a:extLst>
          </p:cNvPr>
          <p:cNvSpPr>
            <a:spLocks noGrp="1"/>
          </p:cNvSpPr>
          <p:nvPr>
            <p:ph type="dt" sz="half" idx="10"/>
          </p:nvPr>
        </p:nvSpPr>
        <p:spPr>
          <a:xfrm>
            <a:off x="612648" y="6455664"/>
            <a:ext cx="3227832" cy="365760"/>
          </a:xfrm>
        </p:spPr>
        <p:txBody>
          <a:bodyPr/>
          <a:lstStyle>
            <a:lvl1pPr algn="l">
              <a:defRPr>
                <a:solidFill>
                  <a:schemeClr val="bg1"/>
                </a:solidFill>
              </a:defRPr>
            </a:lvl1pPr>
          </a:lstStyle>
          <a:p>
            <a:fld id="{E144AFCF-5D00-4E8A-BE78-0A3382672AA6}" type="datetime2">
              <a:rPr lang="en-US" smtClean="0"/>
              <a:t>Monday, January 5, 2026</a:t>
            </a:fld>
            <a:endParaRPr lang="en-US"/>
          </a:p>
        </p:txBody>
      </p:sp>
      <p:sp>
        <p:nvSpPr>
          <p:cNvPr id="15" name="Picture Placeholder 14">
            <a:extLst>
              <a:ext uri="{FF2B5EF4-FFF2-40B4-BE49-F238E27FC236}">
                <a16:creationId xmlns:a16="http://schemas.microsoft.com/office/drawing/2014/main" id="{B889FC6C-F243-CA40-35F8-13153EA5EBE9}"/>
              </a:ext>
            </a:extLst>
          </p:cNvPr>
          <p:cNvSpPr>
            <a:spLocks noGrp="1"/>
          </p:cNvSpPr>
          <p:nvPr>
            <p:ph type="pic" sz="quarter" idx="13" hasCustomPrompt="1"/>
          </p:nvPr>
        </p:nvSpPr>
        <p:spPr>
          <a:xfrm>
            <a:off x="4076700" y="0"/>
            <a:ext cx="8115300" cy="6868452"/>
          </a:xfrm>
          <a:blipFill>
            <a:blip r:embed="rId2">
              <a:alphaModFix amt="70000"/>
            </a:blip>
            <a:stretch>
              <a:fillRect/>
            </a:stretch>
          </a:blipFill>
        </p:spPr>
        <p:txBody>
          <a:bodyPr/>
          <a:lstStyle>
            <a:lvl1pPr marL="0" indent="0">
              <a:buNone/>
              <a:defRPr/>
            </a:lvl1pPr>
          </a:lstStyle>
          <a:p>
            <a:r>
              <a:rPr lang="en-US" dirty="0"/>
              <a:t>.</a:t>
            </a:r>
          </a:p>
        </p:txBody>
      </p:sp>
    </p:spTree>
    <p:extLst>
      <p:ext uri="{BB962C8B-B14F-4D97-AF65-F5344CB8AC3E}">
        <p14:creationId xmlns:p14="http://schemas.microsoft.com/office/powerpoint/2010/main" val="419236400"/>
      </p:ext>
    </p:extLst>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reserve="1">
  <p:cSld name="Title 1">
    <p:bg>
      <p:bgRef idx="1001">
        <a:schemeClr val="bg1"/>
      </p:bgRef>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50FE7F8B-D1C1-6301-75A5-2EC4374F9AF1}"/>
              </a:ext>
            </a:extLst>
          </p:cNvPr>
          <p:cNvSpPr/>
          <p:nvPr/>
        </p:nvSpPr>
        <p:spPr>
          <a:xfrm flipH="1" flipV="1">
            <a:off x="-14449" y="0"/>
            <a:ext cx="12224736" cy="6858000"/>
          </a:xfrm>
          <a:prstGeom prst="rect">
            <a:avLst/>
          </a:prstGeom>
          <a:solidFill>
            <a:srgbClr val="FFFFFF"/>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2" name="Rectangle 11">
            <a:extLst>
              <a:ext uri="{FF2B5EF4-FFF2-40B4-BE49-F238E27FC236}">
                <a16:creationId xmlns:a16="http://schemas.microsoft.com/office/drawing/2014/main" id="{C1D8467A-A1B6-E7E6-CAD4-E63E0FE2CCCB}"/>
              </a:ext>
            </a:extLst>
          </p:cNvPr>
          <p:cNvSpPr/>
          <p:nvPr/>
        </p:nvSpPr>
        <p:spPr>
          <a:xfrm flipV="1">
            <a:off x="-7227" y="-5046"/>
            <a:ext cx="12217513" cy="6865568"/>
          </a:xfrm>
          <a:prstGeom prst="rect">
            <a:avLst/>
          </a:prstGeom>
          <a:gradFill>
            <a:gsLst>
              <a:gs pos="0">
                <a:srgbClr val="FF411C">
                  <a:alpha val="66000"/>
                </a:srgbClr>
              </a:gs>
              <a:gs pos="99000">
                <a:srgbClr val="962077"/>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3" name="Rectangle 12">
            <a:extLst>
              <a:ext uri="{FF2B5EF4-FFF2-40B4-BE49-F238E27FC236}">
                <a16:creationId xmlns:a16="http://schemas.microsoft.com/office/drawing/2014/main" id="{2A9C06E7-BC9C-2F5F-5DD1-D04EB713C63D}"/>
              </a:ext>
            </a:extLst>
          </p:cNvPr>
          <p:cNvSpPr/>
          <p:nvPr/>
        </p:nvSpPr>
        <p:spPr>
          <a:xfrm rot="10800000" flipH="1" flipV="1">
            <a:off x="-25514" y="-5045"/>
            <a:ext cx="12217514" cy="6865568"/>
          </a:xfrm>
          <a:prstGeom prst="rect">
            <a:avLst/>
          </a:prstGeom>
          <a:gradFill>
            <a:gsLst>
              <a:gs pos="0">
                <a:srgbClr val="FA0036">
                  <a:alpha val="4000"/>
                </a:srgbClr>
              </a:gs>
              <a:gs pos="99000">
                <a:schemeClr val="accent2">
                  <a:alpha val="98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4" name="Rectangle 13">
            <a:extLst>
              <a:ext uri="{FF2B5EF4-FFF2-40B4-BE49-F238E27FC236}">
                <a16:creationId xmlns:a16="http://schemas.microsoft.com/office/drawing/2014/main" id="{985261F8-8CD8-F2E0-C386-BE6A16D95BFC}"/>
              </a:ext>
            </a:extLst>
          </p:cNvPr>
          <p:cNvSpPr/>
          <p:nvPr/>
        </p:nvSpPr>
        <p:spPr>
          <a:xfrm rot="16200000" flipH="1" flipV="1">
            <a:off x="3802775" y="-3817222"/>
            <a:ext cx="4571999" cy="12206450"/>
          </a:xfrm>
          <a:prstGeom prst="rect">
            <a:avLst/>
          </a:prstGeom>
          <a:gradFill>
            <a:gsLst>
              <a:gs pos="0">
                <a:srgbClr val="D861D4">
                  <a:alpha val="0"/>
                </a:srgbClr>
              </a:gs>
              <a:gs pos="100000">
                <a:srgbClr val="FF7037">
                  <a:alpha val="66000"/>
                </a:srgb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5" name="Oval 14">
            <a:extLst>
              <a:ext uri="{FF2B5EF4-FFF2-40B4-BE49-F238E27FC236}">
                <a16:creationId xmlns:a16="http://schemas.microsoft.com/office/drawing/2014/main" id="{D3D4A82C-6849-A88D-6D57-833E9A7481B9}"/>
              </a:ext>
            </a:extLst>
          </p:cNvPr>
          <p:cNvSpPr/>
          <p:nvPr/>
        </p:nvSpPr>
        <p:spPr>
          <a:xfrm rot="13168948" flipH="1" flipV="1">
            <a:off x="1027160" y="609473"/>
            <a:ext cx="5005754" cy="5005754"/>
          </a:xfrm>
          <a:prstGeom prst="ellipse">
            <a:avLst/>
          </a:prstGeom>
          <a:gradFill>
            <a:gsLst>
              <a:gs pos="31000">
                <a:srgbClr val="FF907A">
                  <a:alpha val="0"/>
                </a:srgbClr>
              </a:gs>
              <a:gs pos="85000">
                <a:srgbClr val="FFBCAF">
                  <a:alpha val="20000"/>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2D55CA38-7F60-D664-4EC0-C54B60C02BCF}"/>
              </a:ext>
            </a:extLst>
          </p:cNvPr>
          <p:cNvSpPr/>
          <p:nvPr/>
        </p:nvSpPr>
        <p:spPr>
          <a:xfrm rot="5400000" flipV="1">
            <a:off x="-1913484" y="1896512"/>
            <a:ext cx="6860522" cy="3062447"/>
          </a:xfrm>
          <a:prstGeom prst="rect">
            <a:avLst/>
          </a:prstGeom>
          <a:gradFill>
            <a:gsLst>
              <a:gs pos="0">
                <a:srgbClr val="FA0036">
                  <a:alpha val="62000"/>
                </a:srgbClr>
              </a:gs>
              <a:gs pos="77000">
                <a:srgbClr val="FF907A">
                  <a:alpha val="16000"/>
                </a:srgbClr>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3557016" y="987552"/>
            <a:ext cx="7644384" cy="2944368"/>
          </a:xfrm>
        </p:spPr>
        <p:txBody>
          <a:bodyPr vert="horz" lIns="91440" tIns="45720" rIns="91440" bIns="45720" rtlCol="0" anchor="b">
            <a:normAutofit/>
          </a:bodyPr>
          <a:lstStyle>
            <a:lvl1pPr>
              <a:defRPr lang="en-US" sz="5400" cap="all" spc="700" baseline="0">
                <a:solidFill>
                  <a:schemeClr val="bg1"/>
                </a:solidFill>
              </a:defRPr>
            </a:lvl1pPr>
          </a:lstStyle>
          <a:p>
            <a:pPr lvl="0">
              <a:lnSpc>
                <a:spcPct val="110000"/>
              </a:lnSpc>
            </a:pPr>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3538728" y="5294376"/>
            <a:ext cx="7644384" cy="1078992"/>
          </a:xfrm>
        </p:spPr>
        <p:txBody>
          <a:bodyPr vert="horz" lIns="91440" tIns="45720" rIns="91440" bIns="45720" rtlCol="0" anchor="ctr">
            <a:normAutofit/>
          </a:bodyPr>
          <a:lstStyle>
            <a:lvl1pPr marL="0" indent="0">
              <a:buNone/>
              <a:defRPr lang="en-US" cap="all" spc="400" baseline="0">
                <a:solidFill>
                  <a:schemeClr val="bg1"/>
                </a:solidFill>
                <a:latin typeface="+mj-lt"/>
              </a:defRPr>
            </a:lvl1pPr>
          </a:lstStyle>
          <a:p>
            <a:pPr lvl="0"/>
            <a:r>
              <a:rPr lang="en-US" dirty="0"/>
              <a:t>Click to edit Master subtitle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bg1"/>
                </a:solidFill>
              </a:defRPr>
            </a:lvl1pPr>
          </a:lstStyle>
          <a:p>
            <a:r>
              <a:rPr lang="en-US"/>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bg1"/>
                </a:solidFill>
              </a:defRPr>
            </a:lvl1pPr>
          </a:lstStyle>
          <a:p>
            <a:fld id="{F3DE8AB4-3D9C-4366-A8D9-9A4F01D11121}" type="datetime2">
              <a:rPr lang="en-US" smtClean="0"/>
              <a:t>Monday, January 5, 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bg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1507954910"/>
      </p:ext>
    </p:extLst>
  </p:cSld>
  <p:clrMapOvr>
    <a:overrideClrMapping bg1="lt1" tx1="dk1" bg2="lt2" tx2="dk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 preserve="1">
  <p:cSld name="Title 2">
    <p:bg>
      <p:bgRef idx="1001">
        <a:schemeClr val="bg1"/>
      </p:bgRef>
    </p:bg>
    <p:spTree>
      <p:nvGrpSpPr>
        <p:cNvPr id="1" name=""/>
        <p:cNvGrpSpPr/>
        <p:nvPr/>
      </p:nvGrpSpPr>
      <p:grpSpPr>
        <a:xfrm>
          <a:off x="0" y="0"/>
          <a:ext cx="0" cy="0"/>
          <a:chOff x="0" y="0"/>
          <a:chExt cx="0" cy="0"/>
        </a:xfrm>
      </p:grpSpPr>
      <p:sp useBgFill="1">
        <p:nvSpPr>
          <p:cNvPr id="4" name="Rectangle 3">
            <a:extLst>
              <a:ext uri="{FF2B5EF4-FFF2-40B4-BE49-F238E27FC236}">
                <a16:creationId xmlns:a16="http://schemas.microsoft.com/office/drawing/2014/main" id="{344B8E2B-A9B5-DCE0-5C06-E99F762397CB}"/>
              </a:ext>
            </a:extLst>
          </p:cNvPr>
          <p:cNvSpPr/>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A8C38FEA-146D-53B3-36B0-5CBD8040636E}"/>
              </a:ext>
            </a:extLst>
          </p:cNvPr>
          <p:cNvSpPr/>
          <p:nvPr/>
        </p:nvSpPr>
        <p:spPr>
          <a:xfrm flipH="1">
            <a:off x="9143995" y="0"/>
            <a:ext cx="3076356" cy="6858000"/>
          </a:xfrm>
          <a:prstGeom prst="rect">
            <a:avLst/>
          </a:prstGeom>
          <a:gradFill>
            <a:gsLst>
              <a:gs pos="0">
                <a:srgbClr val="FF907A"/>
              </a:gs>
              <a:gs pos="100000">
                <a:srgbClr val="DA002F">
                  <a:alpha val="85882"/>
                </a:srgb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1684D35E-A520-CA7A-97CB-6D815AB4CC5D}"/>
              </a:ext>
            </a:extLst>
          </p:cNvPr>
          <p:cNvSpPr/>
          <p:nvPr/>
        </p:nvSpPr>
        <p:spPr>
          <a:xfrm flipH="1">
            <a:off x="9143990" y="-1"/>
            <a:ext cx="3076355" cy="4572001"/>
          </a:xfrm>
          <a:prstGeom prst="rect">
            <a:avLst/>
          </a:prstGeom>
          <a:gradFill>
            <a:gsLst>
              <a:gs pos="26000">
                <a:srgbClr val="FE4A00">
                  <a:alpha val="0"/>
                </a:srgbClr>
              </a:gs>
              <a:gs pos="100000">
                <a:srgbClr val="DA002F">
                  <a:alpha val="65000"/>
                </a:srgb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F85E890B-58C1-DD36-E90B-FFF0BE0CB5CB}"/>
              </a:ext>
            </a:extLst>
          </p:cNvPr>
          <p:cNvSpPr/>
          <p:nvPr/>
        </p:nvSpPr>
        <p:spPr>
          <a:xfrm rot="5400000" flipH="1">
            <a:off x="7253161" y="1890822"/>
            <a:ext cx="6858001" cy="3076355"/>
          </a:xfrm>
          <a:prstGeom prst="rect">
            <a:avLst/>
          </a:prstGeom>
          <a:gradFill>
            <a:gsLst>
              <a:gs pos="2000">
                <a:srgbClr val="9B3597"/>
              </a:gs>
              <a:gs pos="60000">
                <a:srgbClr val="D861D4">
                  <a:alpha val="0"/>
                </a:srgbClr>
              </a:gs>
            </a:gsLst>
            <a:lin ang="18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ABCD52CC-E8F2-3220-AE19-8A482DD1F236}"/>
              </a:ext>
            </a:extLst>
          </p:cNvPr>
          <p:cNvSpPr/>
          <p:nvPr/>
        </p:nvSpPr>
        <p:spPr>
          <a:xfrm rot="12508972">
            <a:off x="7949750" y="1673989"/>
            <a:ext cx="3201591" cy="4397456"/>
          </a:xfrm>
          <a:custGeom>
            <a:avLst/>
            <a:gdLst>
              <a:gd name="connsiteX0" fmla="*/ 3201591 w 3201591"/>
              <a:gd name="connsiteY0" fmla="*/ 4296647 h 4397456"/>
              <a:gd name="connsiteX1" fmla="*/ 3007294 w 3201591"/>
              <a:gd name="connsiteY1" fmla="*/ 4346606 h 4397456"/>
              <a:gd name="connsiteX2" fmla="*/ 2502877 w 3201591"/>
              <a:gd name="connsiteY2" fmla="*/ 4397456 h 4397456"/>
              <a:gd name="connsiteX3" fmla="*/ 0 w 3201591"/>
              <a:gd name="connsiteY3" fmla="*/ 1894579 h 4397456"/>
              <a:gd name="connsiteX4" fmla="*/ 733076 w 3201591"/>
              <a:gd name="connsiteY4" fmla="*/ 124777 h 4397456"/>
              <a:gd name="connsiteX5" fmla="*/ 870365 w 3201591"/>
              <a:gd name="connsiteY5" fmla="*/ 0 h 43974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01591" h="4397456">
                <a:moveTo>
                  <a:pt x="3201591" y="4296647"/>
                </a:moveTo>
                <a:lnTo>
                  <a:pt x="3007294" y="4346606"/>
                </a:lnTo>
                <a:cubicBezTo>
                  <a:pt x="2844362" y="4379947"/>
                  <a:pt x="2675664" y="4397456"/>
                  <a:pt x="2502877" y="4397456"/>
                </a:cubicBezTo>
                <a:cubicBezTo>
                  <a:pt x="1120576" y="4397456"/>
                  <a:pt x="0" y="3276880"/>
                  <a:pt x="0" y="1894579"/>
                </a:cubicBezTo>
                <a:cubicBezTo>
                  <a:pt x="0" y="1203428"/>
                  <a:pt x="280144" y="577709"/>
                  <a:pt x="733076" y="124777"/>
                </a:cubicBezTo>
                <a:lnTo>
                  <a:pt x="870365" y="0"/>
                </a:lnTo>
                <a:close/>
              </a:path>
            </a:pathLst>
          </a:custGeom>
          <a:gradFill>
            <a:gsLst>
              <a:gs pos="31000">
                <a:srgbClr val="FF907A">
                  <a:alpha val="0"/>
                </a:srgbClr>
              </a:gs>
              <a:gs pos="85000">
                <a:srgbClr val="FFBCAF">
                  <a:alpha val="10000"/>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731520" y="612648"/>
            <a:ext cx="7004304" cy="3557016"/>
          </a:xfrm>
        </p:spPr>
        <p:txBody>
          <a:bodyPr vert="horz" lIns="91440" tIns="45720" rIns="91440" bIns="45720" rtlCol="0" anchor="t">
            <a:normAutofit/>
          </a:bodyPr>
          <a:lstStyle>
            <a:lvl1pPr>
              <a:defRPr lang="en-US" sz="4800" cap="all" spc="550" baseline="0"/>
            </a:lvl1pPr>
          </a:lstStyle>
          <a:p>
            <a:pPr lvl="0">
              <a:lnSpc>
                <a:spcPct val="110000"/>
              </a:lnSpc>
            </a:pPr>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31520" y="4965192"/>
            <a:ext cx="6391656" cy="1490472"/>
          </a:xfrm>
        </p:spPr>
        <p:txBody>
          <a:bodyPr vert="horz" lIns="91440" tIns="45720" rIns="91440" bIns="45720" rtlCol="0" anchor="ctr">
            <a:normAutofit/>
          </a:bodyPr>
          <a:lstStyle>
            <a:lvl1pPr marL="0" indent="0">
              <a:buNone/>
              <a:defRPr lang="en-US" cap="all" spc="400" baseline="0">
                <a:latin typeface="+mj-lt"/>
              </a:defRPr>
            </a:lvl1pPr>
          </a:lstStyle>
          <a:p>
            <a:pPr lvl="0"/>
            <a:r>
              <a:rPr lang="en-US" dirty="0"/>
              <a:t>Click to edit Master subtitle style</a:t>
            </a:r>
          </a:p>
        </p:txBody>
      </p:sp>
      <p:sp>
        <p:nvSpPr>
          <p:cNvPr id="13" name="Footer Placeholder 12">
            <a:extLst>
              <a:ext uri="{FF2B5EF4-FFF2-40B4-BE49-F238E27FC236}">
                <a16:creationId xmlns:a16="http://schemas.microsoft.com/office/drawing/2014/main" id="{FED2F463-51E0-AB87-A5B5-6942461AD535}"/>
              </a:ext>
            </a:extLst>
          </p:cNvPr>
          <p:cNvSpPr>
            <a:spLocks noGrp="1"/>
          </p:cNvSpPr>
          <p:nvPr>
            <p:ph type="ftr" sz="quarter" idx="11"/>
          </p:nvPr>
        </p:nvSpPr>
        <p:spPr/>
        <p:txBody>
          <a:bodyPr/>
          <a:lstStyle/>
          <a:p>
            <a:r>
              <a:rPr lang="en-US"/>
              <a:t>Sample Footer Text</a:t>
            </a:r>
          </a:p>
        </p:txBody>
      </p:sp>
      <p:sp>
        <p:nvSpPr>
          <p:cNvPr id="12" name="Date Placeholder 11">
            <a:extLst>
              <a:ext uri="{FF2B5EF4-FFF2-40B4-BE49-F238E27FC236}">
                <a16:creationId xmlns:a16="http://schemas.microsoft.com/office/drawing/2014/main" id="{30796B80-FA43-2B89-5F9F-72443F8E5C6E}"/>
              </a:ext>
            </a:extLst>
          </p:cNvPr>
          <p:cNvSpPr>
            <a:spLocks noGrp="1"/>
          </p:cNvSpPr>
          <p:nvPr>
            <p:ph type="dt" sz="half" idx="10"/>
          </p:nvPr>
        </p:nvSpPr>
        <p:spPr>
          <a:xfrm>
            <a:off x="4954909" y="6455664"/>
            <a:ext cx="3472868" cy="365760"/>
          </a:xfrm>
        </p:spPr>
        <p:txBody>
          <a:bodyPr/>
          <a:lstStyle>
            <a:lvl1pPr>
              <a:defRPr>
                <a:solidFill>
                  <a:schemeClr val="tx1"/>
                </a:solidFill>
              </a:defRPr>
            </a:lvl1pPr>
          </a:lstStyle>
          <a:p>
            <a:fld id="{5259F214-985C-4E7A-8724-986944FA2171}" type="datetime2">
              <a:rPr lang="en-US" smtClean="0"/>
              <a:t>Monday, January 5, 2026</a:t>
            </a:fld>
            <a:endParaRPr lang="en-US"/>
          </a:p>
        </p:txBody>
      </p:sp>
      <p:sp>
        <p:nvSpPr>
          <p:cNvPr id="14" name="Slide Number Placeholder 13">
            <a:extLst>
              <a:ext uri="{FF2B5EF4-FFF2-40B4-BE49-F238E27FC236}">
                <a16:creationId xmlns:a16="http://schemas.microsoft.com/office/drawing/2014/main" id="{FC1096F3-B460-B6B3-0D52-AEFDD7F69A2E}"/>
              </a:ext>
            </a:extLst>
          </p:cNvPr>
          <p:cNvSpPr>
            <a:spLocks noGrp="1"/>
          </p:cNvSpPr>
          <p:nvPr>
            <p:ph type="sldNum" sz="quarter" idx="12"/>
          </p:nvPr>
        </p:nvSpPr>
        <p:spPr>
          <a:xfrm>
            <a:off x="8409489" y="6455664"/>
            <a:ext cx="548640" cy="365760"/>
          </a:xfrm>
        </p:spPr>
        <p:txBody>
          <a:bodyPr/>
          <a:lstStyle>
            <a:lvl1pPr>
              <a:defRPr>
                <a:solidFill>
                  <a:schemeClr val="tx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1641304337"/>
      </p:ext>
    </p:extLst>
  </p:cSld>
  <p:clrMapOvr>
    <a:overrideClrMapping bg1="lt1" tx1="dk1" bg2="lt2" tx2="dk2" accent1="accent1" accent2="accent2" accent3="accent3" accent4="accent4" accent5="accent5" accent6="accent6" hlink="hlink" folHlink="folHlink"/>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 preserve="1">
  <p:cSld name="Title 3">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F7F7CFA0-C3A1-5564-DD4B-90674874B08D}"/>
              </a:ext>
            </a:extLst>
          </p:cNvPr>
          <p:cNvSpPr/>
          <p:nvPr/>
        </p:nvSpPr>
        <p:spPr>
          <a:xfrm>
            <a:off x="0" y="0"/>
            <a:ext cx="12192000" cy="6858000"/>
          </a:xfrm>
          <a:prstGeom prst="rect">
            <a:avLst/>
          </a:prstGeom>
          <a:solidFill>
            <a:srgbClr val="FFFFFF"/>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D4E2F783-0ED7-1F0B-219A-198549E350DD}"/>
              </a:ext>
            </a:extLst>
          </p:cNvPr>
          <p:cNvSpPr/>
          <p:nvPr/>
        </p:nvSpPr>
        <p:spPr>
          <a:xfrm>
            <a:off x="-6" y="-25866"/>
            <a:ext cx="12192005" cy="4589428"/>
          </a:xfrm>
          <a:prstGeom prst="rect">
            <a:avLst/>
          </a:prstGeom>
          <a:gradFill>
            <a:gsLst>
              <a:gs pos="8000">
                <a:srgbClr val="D861D4"/>
              </a:gs>
              <a:gs pos="100000">
                <a:srgbClr val="DA002F">
                  <a:alpha val="85000"/>
                </a:srgbClr>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12F09062-D41B-0E2E-C1C0-F27562ED9597}"/>
              </a:ext>
            </a:extLst>
          </p:cNvPr>
          <p:cNvSpPr/>
          <p:nvPr/>
        </p:nvSpPr>
        <p:spPr>
          <a:xfrm rot="16200000">
            <a:off x="3805950" y="-3822495"/>
            <a:ext cx="4580101" cy="12191999"/>
          </a:xfrm>
          <a:prstGeom prst="rect">
            <a:avLst/>
          </a:prstGeom>
          <a:gradFill>
            <a:gsLst>
              <a:gs pos="0">
                <a:srgbClr val="FE4A00">
                  <a:alpha val="50000"/>
                </a:srgbClr>
              </a:gs>
              <a:gs pos="99000">
                <a:srgbClr val="A3299D"/>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1BA6D366-64E2-13D3-2734-861E811E1F1A}"/>
              </a:ext>
            </a:extLst>
          </p:cNvPr>
          <p:cNvSpPr/>
          <p:nvPr/>
        </p:nvSpPr>
        <p:spPr>
          <a:xfrm rot="10800000">
            <a:off x="8150806" y="-25872"/>
            <a:ext cx="4041192" cy="4589427"/>
          </a:xfrm>
          <a:prstGeom prst="rect">
            <a:avLst/>
          </a:prstGeom>
          <a:gradFill>
            <a:gsLst>
              <a:gs pos="0">
                <a:srgbClr val="DA002F">
                  <a:alpha val="0"/>
                </a:srgbClr>
              </a:gs>
              <a:gs pos="84000">
                <a:srgbClr val="FF907A">
                  <a:alpha val="32000"/>
                </a:srgbClr>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Shape 10">
            <a:extLst>
              <a:ext uri="{FF2B5EF4-FFF2-40B4-BE49-F238E27FC236}">
                <a16:creationId xmlns:a16="http://schemas.microsoft.com/office/drawing/2014/main" id="{AE5B9BA8-AE27-B639-DB51-7E498FA9422B}"/>
              </a:ext>
            </a:extLst>
          </p:cNvPr>
          <p:cNvSpPr/>
          <p:nvPr/>
        </p:nvSpPr>
        <p:spPr>
          <a:xfrm rot="12508972">
            <a:off x="5485611" y="-1118641"/>
            <a:ext cx="4990147" cy="4439131"/>
          </a:xfrm>
          <a:custGeom>
            <a:avLst/>
            <a:gdLst>
              <a:gd name="connsiteX0" fmla="*/ 4990147 w 4990147"/>
              <a:gd name="connsiteY0" fmla="*/ 2229378 h 4439131"/>
              <a:gd name="connsiteX1" fmla="*/ 917384 w 4990147"/>
              <a:gd name="connsiteY1" fmla="*/ 4439131 h 4439131"/>
              <a:gd name="connsiteX2" fmla="*/ 910814 w 4990147"/>
              <a:gd name="connsiteY2" fmla="*/ 4434219 h 4439131"/>
              <a:gd name="connsiteX3" fmla="*/ 0 w 4990147"/>
              <a:gd name="connsiteY3" fmla="*/ 2502877 h 4439131"/>
              <a:gd name="connsiteX4" fmla="*/ 2502877 w 4990147"/>
              <a:gd name="connsiteY4" fmla="*/ 0 h 4439131"/>
              <a:gd name="connsiteX5" fmla="*/ 4954904 w 4990147"/>
              <a:gd name="connsiteY5" fmla="*/ 1998460 h 4439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90147" h="4439131">
                <a:moveTo>
                  <a:pt x="4990147" y="2229378"/>
                </a:moveTo>
                <a:lnTo>
                  <a:pt x="917384" y="4439131"/>
                </a:lnTo>
                <a:lnTo>
                  <a:pt x="910814" y="4434219"/>
                </a:lnTo>
                <a:cubicBezTo>
                  <a:pt x="354557" y="3975154"/>
                  <a:pt x="0" y="3280421"/>
                  <a:pt x="0" y="2502877"/>
                </a:cubicBezTo>
                <a:cubicBezTo>
                  <a:pt x="0" y="1120576"/>
                  <a:pt x="1120576" y="0"/>
                  <a:pt x="2502877" y="0"/>
                </a:cubicBezTo>
                <a:cubicBezTo>
                  <a:pt x="3712390" y="0"/>
                  <a:pt x="4721520" y="857941"/>
                  <a:pt x="4954904" y="1998460"/>
                </a:cubicBezTo>
                <a:close/>
              </a:path>
            </a:pathLst>
          </a:custGeom>
          <a:gradFill>
            <a:gsLst>
              <a:gs pos="41000">
                <a:srgbClr val="FF907A">
                  <a:alpha val="0"/>
                </a:srgbClr>
              </a:gs>
              <a:gs pos="100000">
                <a:srgbClr val="FFBCAF">
                  <a:alpha val="33000"/>
                </a:srgbClr>
              </a:gs>
            </a:gsLst>
            <a:lin ang="12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731520" y="585216"/>
            <a:ext cx="6858000" cy="3200400"/>
          </a:xfrm>
        </p:spPr>
        <p:txBody>
          <a:bodyPr vert="horz" lIns="91440" tIns="45720" rIns="91440" bIns="45720" rtlCol="0" anchor="b">
            <a:normAutofit/>
          </a:bodyPr>
          <a:lstStyle>
            <a:lvl1pPr>
              <a:defRPr lang="en-US" sz="4800" cap="all" spc="550" baseline="0">
                <a:solidFill>
                  <a:schemeClr val="bg1"/>
                </a:solidFill>
              </a:defRPr>
            </a:lvl1pPr>
          </a:lstStyle>
          <a:p>
            <a:pPr lvl="0">
              <a:lnSpc>
                <a:spcPct val="110000"/>
              </a:lnSpc>
            </a:pPr>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31520" y="4965192"/>
            <a:ext cx="6391656" cy="1490472"/>
          </a:xfrm>
        </p:spPr>
        <p:txBody>
          <a:bodyPr vert="horz" lIns="91440" tIns="45720" rIns="91440" bIns="45720" rtlCol="0" anchor="ctr">
            <a:normAutofit/>
          </a:bodyPr>
          <a:lstStyle>
            <a:lvl1pPr marL="0" indent="0">
              <a:buNone/>
              <a:defRPr lang="en-US" cap="all" spc="400" baseline="0" dirty="0">
                <a:latin typeface="+mj-lt"/>
              </a:defRPr>
            </a:lvl1pPr>
          </a:lstStyle>
          <a:p>
            <a:pPr lvl="0"/>
            <a:r>
              <a:rPr lang="en-US" dirty="0"/>
              <a:t>Click to edit Master subtitle style</a:t>
            </a:r>
          </a:p>
        </p:txBody>
      </p:sp>
      <p:sp>
        <p:nvSpPr>
          <p:cNvPr id="18" name="Footer Placeholder 17">
            <a:extLst>
              <a:ext uri="{FF2B5EF4-FFF2-40B4-BE49-F238E27FC236}">
                <a16:creationId xmlns:a16="http://schemas.microsoft.com/office/drawing/2014/main" id="{EEDD729C-2F42-9729-3280-C9066997083D}"/>
              </a:ext>
            </a:extLst>
          </p:cNvPr>
          <p:cNvSpPr>
            <a:spLocks noGrp="1"/>
          </p:cNvSpPr>
          <p:nvPr>
            <p:ph type="ftr" sz="quarter" idx="11"/>
          </p:nvPr>
        </p:nvSpPr>
        <p:spPr/>
        <p:txBody>
          <a:bodyPr/>
          <a:lstStyle>
            <a:lvl1pPr>
              <a:defRPr>
                <a:solidFill>
                  <a:schemeClr val="bg1"/>
                </a:solidFill>
              </a:defRPr>
            </a:lvl1pPr>
          </a:lstStyle>
          <a:p>
            <a:r>
              <a:rPr lang="en-US"/>
              <a:t>Sample Footer Text</a:t>
            </a:r>
          </a:p>
        </p:txBody>
      </p:sp>
      <p:sp>
        <p:nvSpPr>
          <p:cNvPr id="17" name="Date Placeholder 16">
            <a:extLst>
              <a:ext uri="{FF2B5EF4-FFF2-40B4-BE49-F238E27FC236}">
                <a16:creationId xmlns:a16="http://schemas.microsoft.com/office/drawing/2014/main" id="{7911B295-8CBE-7949-8048-EBF414619287}"/>
              </a:ext>
            </a:extLst>
          </p:cNvPr>
          <p:cNvSpPr>
            <a:spLocks noGrp="1"/>
          </p:cNvSpPr>
          <p:nvPr>
            <p:ph type="dt" sz="half" idx="10"/>
          </p:nvPr>
        </p:nvSpPr>
        <p:spPr/>
        <p:txBody>
          <a:bodyPr/>
          <a:lstStyle>
            <a:lvl1pPr>
              <a:defRPr>
                <a:solidFill>
                  <a:schemeClr val="tx1"/>
                </a:solidFill>
              </a:defRPr>
            </a:lvl1pPr>
          </a:lstStyle>
          <a:p>
            <a:fld id="{258C9C02-FCB9-44E9-9951-263455134367}" type="datetime2">
              <a:rPr lang="en-US" smtClean="0"/>
              <a:t>Monday, January 5, 2026</a:t>
            </a:fld>
            <a:endParaRPr lang="en-US"/>
          </a:p>
        </p:txBody>
      </p:sp>
      <p:sp>
        <p:nvSpPr>
          <p:cNvPr id="19" name="Slide Number Placeholder 18">
            <a:extLst>
              <a:ext uri="{FF2B5EF4-FFF2-40B4-BE49-F238E27FC236}">
                <a16:creationId xmlns:a16="http://schemas.microsoft.com/office/drawing/2014/main" id="{036F8F79-3CDB-6415-DDB2-2D674522D5B0}"/>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2151617043"/>
      </p:ext>
    </p:extLst>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ection Header">
    <p:bg>
      <p:bgRef idx="1001">
        <a:schemeClr val="bg1"/>
      </p:bgRef>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B61BDDB7-A96E-2151-63B9-28A103D980D2}"/>
              </a:ext>
            </a:extLst>
          </p:cNvPr>
          <p:cNvSpPr/>
          <p:nvPr/>
        </p:nvSpPr>
        <p:spPr>
          <a:xfrm flipH="1">
            <a:off x="-7229" y="-2522"/>
            <a:ext cx="12217516" cy="6858000"/>
          </a:xfrm>
          <a:prstGeom prst="rect">
            <a:avLst/>
          </a:prstGeom>
          <a:solidFill>
            <a:srgbClr val="FFFFFF"/>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9" name="Rectangle 8">
            <a:extLst>
              <a:ext uri="{FF2B5EF4-FFF2-40B4-BE49-F238E27FC236}">
                <a16:creationId xmlns:a16="http://schemas.microsoft.com/office/drawing/2014/main" id="{6DA992C5-451E-EC0E-D54A-B0AA21D57F04}"/>
              </a:ext>
            </a:extLst>
          </p:cNvPr>
          <p:cNvSpPr/>
          <p:nvPr/>
        </p:nvSpPr>
        <p:spPr>
          <a:xfrm>
            <a:off x="-7227" y="-5045"/>
            <a:ext cx="12217513" cy="6860523"/>
          </a:xfrm>
          <a:prstGeom prst="rect">
            <a:avLst/>
          </a:prstGeom>
          <a:gradFill>
            <a:gsLst>
              <a:gs pos="0">
                <a:srgbClr val="FF411C">
                  <a:alpha val="66000"/>
                </a:srgbClr>
              </a:gs>
              <a:gs pos="99000">
                <a:srgbClr val="962077"/>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0" name="Rectangle 9">
            <a:extLst>
              <a:ext uri="{FF2B5EF4-FFF2-40B4-BE49-F238E27FC236}">
                <a16:creationId xmlns:a16="http://schemas.microsoft.com/office/drawing/2014/main" id="{5A4914C5-E872-F937-694B-9226A87D21A6}"/>
              </a:ext>
            </a:extLst>
          </p:cNvPr>
          <p:cNvSpPr/>
          <p:nvPr/>
        </p:nvSpPr>
        <p:spPr>
          <a:xfrm rot="10800000" flipH="1">
            <a:off x="7226" y="-5045"/>
            <a:ext cx="12203060" cy="6863044"/>
          </a:xfrm>
          <a:prstGeom prst="rect">
            <a:avLst/>
          </a:prstGeom>
          <a:gradFill>
            <a:gsLst>
              <a:gs pos="0">
                <a:srgbClr val="FA0036">
                  <a:alpha val="4000"/>
                </a:srgbClr>
              </a:gs>
              <a:gs pos="99000">
                <a:srgbClr val="92248E">
                  <a:alpha val="97647"/>
                </a:srgb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1" name="Rectangle 10">
            <a:extLst>
              <a:ext uri="{FF2B5EF4-FFF2-40B4-BE49-F238E27FC236}">
                <a16:creationId xmlns:a16="http://schemas.microsoft.com/office/drawing/2014/main" id="{7B2BF5D5-EB9E-9501-6A32-C2BB4C8ED6A7}"/>
              </a:ext>
            </a:extLst>
          </p:cNvPr>
          <p:cNvSpPr/>
          <p:nvPr/>
        </p:nvSpPr>
        <p:spPr>
          <a:xfrm rot="5400000" flipH="1">
            <a:off x="4958529" y="-4965758"/>
            <a:ext cx="2286000" cy="12217514"/>
          </a:xfrm>
          <a:prstGeom prst="rect">
            <a:avLst/>
          </a:prstGeom>
          <a:gradFill>
            <a:gsLst>
              <a:gs pos="20000">
                <a:srgbClr val="D861D4">
                  <a:alpha val="0"/>
                </a:srgbClr>
              </a:gs>
              <a:gs pos="100000">
                <a:srgbClr val="FF7037">
                  <a:alpha val="66000"/>
                </a:srgb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2" name="Oval 11">
            <a:extLst>
              <a:ext uri="{FF2B5EF4-FFF2-40B4-BE49-F238E27FC236}">
                <a16:creationId xmlns:a16="http://schemas.microsoft.com/office/drawing/2014/main" id="{90768E01-CF59-AC8E-6819-61512B528C04}"/>
              </a:ext>
            </a:extLst>
          </p:cNvPr>
          <p:cNvSpPr/>
          <p:nvPr/>
        </p:nvSpPr>
        <p:spPr>
          <a:xfrm rot="8431052" flipH="1">
            <a:off x="1403739" y="524809"/>
            <a:ext cx="5005754" cy="5005754"/>
          </a:xfrm>
          <a:prstGeom prst="ellipse">
            <a:avLst/>
          </a:prstGeom>
          <a:gradFill>
            <a:gsLst>
              <a:gs pos="31000">
                <a:srgbClr val="FF907A">
                  <a:alpha val="0"/>
                </a:srgbClr>
              </a:gs>
              <a:gs pos="85000">
                <a:srgbClr val="FFBCAF">
                  <a:alpha val="20000"/>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886865A1-AC73-67A9-BC14-E75D3F26BDE9}"/>
              </a:ext>
            </a:extLst>
          </p:cNvPr>
          <p:cNvSpPr/>
          <p:nvPr/>
        </p:nvSpPr>
        <p:spPr>
          <a:xfrm rot="16200000">
            <a:off x="-1913484" y="1896512"/>
            <a:ext cx="6860522" cy="3062447"/>
          </a:xfrm>
          <a:prstGeom prst="rect">
            <a:avLst/>
          </a:prstGeom>
          <a:gradFill>
            <a:gsLst>
              <a:gs pos="0">
                <a:srgbClr val="FA0036">
                  <a:alpha val="31000"/>
                </a:srgbClr>
              </a:gs>
              <a:gs pos="43000">
                <a:srgbClr val="FF907A">
                  <a:alpha val="16000"/>
                </a:srgbClr>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 name="Title 1">
            <a:extLst>
              <a:ext uri="{FF2B5EF4-FFF2-40B4-BE49-F238E27FC236}">
                <a16:creationId xmlns:a16="http://schemas.microsoft.com/office/drawing/2014/main" id="{8892EA34-13CC-54C1-DE3D-4F1D5D55C9A7}"/>
              </a:ext>
            </a:extLst>
          </p:cNvPr>
          <p:cNvSpPr>
            <a:spLocks noGrp="1"/>
          </p:cNvSpPr>
          <p:nvPr>
            <p:ph type="title"/>
          </p:nvPr>
        </p:nvSpPr>
        <p:spPr>
          <a:xfrm>
            <a:off x="3657600" y="2807208"/>
            <a:ext cx="7644384" cy="3346704"/>
          </a:xfrm>
        </p:spPr>
        <p:txBody>
          <a:bodyPr anchor="t">
            <a:normAutofit/>
          </a:bodyPr>
          <a:lstStyle>
            <a:lvl1pPr>
              <a:lnSpc>
                <a:spcPct val="110000"/>
              </a:lnSpc>
              <a:defRPr sz="5400" cap="all" spc="700" baseline="0">
                <a:solidFill>
                  <a:schemeClr val="bg1"/>
                </a:solidFill>
              </a:defRPr>
            </a:lvl1pPr>
          </a:lstStyle>
          <a:p>
            <a:r>
              <a:rPr lang="en-US" dirty="0"/>
              <a:t>Click to edit Master title style</a:t>
            </a:r>
          </a:p>
        </p:txBody>
      </p:sp>
      <p:sp>
        <p:nvSpPr>
          <p:cNvPr id="5" name="Footer Placeholder 4">
            <a:extLst>
              <a:ext uri="{FF2B5EF4-FFF2-40B4-BE49-F238E27FC236}">
                <a16:creationId xmlns:a16="http://schemas.microsoft.com/office/drawing/2014/main" id="{9F1849E7-8E94-3B02-239C-AAB481596BFD}"/>
              </a:ext>
            </a:extLst>
          </p:cNvPr>
          <p:cNvSpPr>
            <a:spLocks noGrp="1"/>
          </p:cNvSpPr>
          <p:nvPr>
            <p:ph type="ftr" sz="quarter" idx="11"/>
          </p:nvPr>
        </p:nvSpPr>
        <p:spPr/>
        <p:txBody>
          <a:bodyPr/>
          <a:lstStyle>
            <a:lvl1pPr>
              <a:defRPr>
                <a:solidFill>
                  <a:schemeClr val="bg1"/>
                </a:solidFill>
              </a:defRPr>
            </a:lvl1pPr>
          </a:lstStyle>
          <a:p>
            <a:r>
              <a:rPr lang="en-US"/>
              <a:t>Sample Footer Text</a:t>
            </a:r>
          </a:p>
        </p:txBody>
      </p:sp>
      <p:sp>
        <p:nvSpPr>
          <p:cNvPr id="4" name="Date Placeholder 3">
            <a:extLst>
              <a:ext uri="{FF2B5EF4-FFF2-40B4-BE49-F238E27FC236}">
                <a16:creationId xmlns:a16="http://schemas.microsoft.com/office/drawing/2014/main" id="{8F845713-EE4C-7615-B812-531C14CF0CA2}"/>
              </a:ext>
            </a:extLst>
          </p:cNvPr>
          <p:cNvSpPr>
            <a:spLocks noGrp="1"/>
          </p:cNvSpPr>
          <p:nvPr>
            <p:ph type="dt" sz="half" idx="10"/>
          </p:nvPr>
        </p:nvSpPr>
        <p:spPr/>
        <p:txBody>
          <a:bodyPr/>
          <a:lstStyle>
            <a:lvl1pPr>
              <a:defRPr>
                <a:solidFill>
                  <a:schemeClr val="bg1"/>
                </a:solidFill>
              </a:defRPr>
            </a:lvl1pPr>
          </a:lstStyle>
          <a:p>
            <a:fld id="{18A3F06B-6751-4328-A64C-7E682DA41140}" type="datetime2">
              <a:rPr lang="en-US" smtClean="0"/>
              <a:t>Monday, January 5, 2026</a:t>
            </a:fld>
            <a:endParaRPr lang="en-US"/>
          </a:p>
        </p:txBody>
      </p:sp>
      <p:sp>
        <p:nvSpPr>
          <p:cNvPr id="6" name="Slide Number Placeholder 5">
            <a:extLst>
              <a:ext uri="{FF2B5EF4-FFF2-40B4-BE49-F238E27FC236}">
                <a16:creationId xmlns:a16="http://schemas.microsoft.com/office/drawing/2014/main" id="{70644BD7-C050-D052-8408-65ADAAF674FF}"/>
              </a:ext>
            </a:extLst>
          </p:cNvPr>
          <p:cNvSpPr>
            <a:spLocks noGrp="1"/>
          </p:cNvSpPr>
          <p:nvPr>
            <p:ph type="sldNum" sz="quarter" idx="12"/>
          </p:nvPr>
        </p:nvSpPr>
        <p:spPr/>
        <p:txBody>
          <a:bodyPr/>
          <a:lstStyle>
            <a:lvl1pPr>
              <a:defRPr>
                <a:solidFill>
                  <a:schemeClr val="bg1"/>
                </a:solidFill>
              </a:defRPr>
            </a:lvl1pPr>
          </a:lstStyle>
          <a:p>
            <a:fld id="{84145AC3-CC88-4C8A-A6CE-8D44921B6A23}" type="slidenum">
              <a:rPr lang="en-US" smtClean="0"/>
              <a:pPr/>
              <a:t>‹#›</a:t>
            </a:fld>
            <a:endParaRPr lang="en-US"/>
          </a:p>
        </p:txBody>
      </p:sp>
    </p:spTree>
    <p:extLst>
      <p:ext uri="{BB962C8B-B14F-4D97-AF65-F5344CB8AC3E}">
        <p14:creationId xmlns:p14="http://schemas.microsoft.com/office/powerpoint/2010/main" val="2189789113"/>
      </p:ext>
    </p:extLst>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ection Header 2">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B2555FD-4C27-26F9-D396-F44BD2552350}"/>
              </a:ext>
            </a:extLst>
          </p:cNvPr>
          <p:cNvSpPr/>
          <p:nvPr/>
        </p:nvSpPr>
        <p:spPr>
          <a:xfrm flipH="1">
            <a:off x="0" y="0"/>
            <a:ext cx="12188952" cy="6858000"/>
          </a:xfrm>
          <a:prstGeom prst="rect">
            <a:avLst/>
          </a:prstGeom>
          <a:solidFill>
            <a:srgbClr val="FFFFFF"/>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4" name="Rectangle 13">
            <a:extLst>
              <a:ext uri="{FF2B5EF4-FFF2-40B4-BE49-F238E27FC236}">
                <a16:creationId xmlns:a16="http://schemas.microsoft.com/office/drawing/2014/main" id="{114D9F56-D5FE-5416-E898-561CCD18E63E}"/>
              </a:ext>
            </a:extLst>
          </p:cNvPr>
          <p:cNvSpPr/>
          <p:nvPr/>
        </p:nvSpPr>
        <p:spPr>
          <a:xfrm>
            <a:off x="-7226" y="2522"/>
            <a:ext cx="12210294" cy="6855478"/>
          </a:xfrm>
          <a:prstGeom prst="rect">
            <a:avLst/>
          </a:prstGeom>
          <a:gradFill>
            <a:gsLst>
              <a:gs pos="0">
                <a:srgbClr val="FF411C">
                  <a:alpha val="66000"/>
                </a:srgbClr>
              </a:gs>
              <a:gs pos="99000">
                <a:srgbClr val="962077"/>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5" name="Rectangle 14">
            <a:extLst>
              <a:ext uri="{FF2B5EF4-FFF2-40B4-BE49-F238E27FC236}">
                <a16:creationId xmlns:a16="http://schemas.microsoft.com/office/drawing/2014/main" id="{DCE312D2-549E-F681-7F68-B8AAD2F7696A}"/>
              </a:ext>
            </a:extLst>
          </p:cNvPr>
          <p:cNvSpPr/>
          <p:nvPr/>
        </p:nvSpPr>
        <p:spPr>
          <a:xfrm rot="10800000" flipH="1">
            <a:off x="383414" y="0"/>
            <a:ext cx="11826874" cy="6858000"/>
          </a:xfrm>
          <a:prstGeom prst="rect">
            <a:avLst/>
          </a:prstGeom>
          <a:gradFill>
            <a:gsLst>
              <a:gs pos="0">
                <a:srgbClr val="FA0036">
                  <a:alpha val="4000"/>
                </a:srgbClr>
              </a:gs>
              <a:gs pos="99000">
                <a:srgbClr val="92248E">
                  <a:alpha val="97647"/>
                </a:srgb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6" name="Rectangle 15">
            <a:extLst>
              <a:ext uri="{FF2B5EF4-FFF2-40B4-BE49-F238E27FC236}">
                <a16:creationId xmlns:a16="http://schemas.microsoft.com/office/drawing/2014/main" id="{5CC4FFFC-E214-3024-4ED7-32DAAA7A66E0}"/>
              </a:ext>
            </a:extLst>
          </p:cNvPr>
          <p:cNvSpPr/>
          <p:nvPr/>
        </p:nvSpPr>
        <p:spPr>
          <a:xfrm rot="5400000" flipH="1">
            <a:off x="4945773" y="-4953002"/>
            <a:ext cx="2286000" cy="12192001"/>
          </a:xfrm>
          <a:prstGeom prst="rect">
            <a:avLst/>
          </a:prstGeom>
          <a:gradFill>
            <a:gsLst>
              <a:gs pos="20000">
                <a:srgbClr val="D861D4">
                  <a:alpha val="0"/>
                </a:srgbClr>
              </a:gs>
              <a:gs pos="100000">
                <a:srgbClr val="FF7037">
                  <a:alpha val="66000"/>
                </a:srgb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7" name="Rectangle 16">
            <a:extLst>
              <a:ext uri="{FF2B5EF4-FFF2-40B4-BE49-F238E27FC236}">
                <a16:creationId xmlns:a16="http://schemas.microsoft.com/office/drawing/2014/main" id="{963C23C4-6670-C4D3-CA25-EAF7EB91AC78}"/>
              </a:ext>
            </a:extLst>
          </p:cNvPr>
          <p:cNvSpPr/>
          <p:nvPr/>
        </p:nvSpPr>
        <p:spPr>
          <a:xfrm rot="10800000">
            <a:off x="3048" y="-5047"/>
            <a:ext cx="12188952" cy="6420678"/>
          </a:xfrm>
          <a:prstGeom prst="rect">
            <a:avLst/>
          </a:prstGeom>
          <a:gradFill>
            <a:gsLst>
              <a:gs pos="0">
                <a:srgbClr val="FA0036">
                  <a:alpha val="22000"/>
                </a:srgbClr>
              </a:gs>
              <a:gs pos="52000">
                <a:srgbClr val="FF907A">
                  <a:alpha val="0"/>
                </a:srgb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8" name="Oval 17">
            <a:extLst>
              <a:ext uri="{FF2B5EF4-FFF2-40B4-BE49-F238E27FC236}">
                <a16:creationId xmlns:a16="http://schemas.microsoft.com/office/drawing/2014/main" id="{FAF9AED1-BD83-3598-C1F0-DC7ED0150981}"/>
              </a:ext>
            </a:extLst>
          </p:cNvPr>
          <p:cNvSpPr/>
          <p:nvPr/>
        </p:nvSpPr>
        <p:spPr>
          <a:xfrm rot="20481594" flipH="1">
            <a:off x="6172247" y="626278"/>
            <a:ext cx="5005754" cy="5005754"/>
          </a:xfrm>
          <a:prstGeom prst="ellipse">
            <a:avLst/>
          </a:prstGeom>
          <a:gradFill>
            <a:gsLst>
              <a:gs pos="31000">
                <a:srgbClr val="FF907A">
                  <a:alpha val="0"/>
                </a:srgbClr>
              </a:gs>
              <a:gs pos="85000">
                <a:srgbClr val="FFBCAF">
                  <a:alpha val="10000"/>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892EA34-13CC-54C1-DE3D-4F1D5D55C9A7}"/>
              </a:ext>
            </a:extLst>
          </p:cNvPr>
          <p:cNvSpPr>
            <a:spLocks noGrp="1"/>
          </p:cNvSpPr>
          <p:nvPr>
            <p:ph type="title"/>
          </p:nvPr>
        </p:nvSpPr>
        <p:spPr>
          <a:xfrm>
            <a:off x="731520" y="2596896"/>
            <a:ext cx="8933688" cy="3566160"/>
          </a:xfrm>
        </p:spPr>
        <p:txBody>
          <a:bodyPr anchor="b">
            <a:normAutofit/>
          </a:bodyPr>
          <a:lstStyle>
            <a:lvl1pPr>
              <a:lnSpc>
                <a:spcPct val="110000"/>
              </a:lnSpc>
              <a:defRPr sz="6000" cap="all" spc="700" baseline="0">
                <a:solidFill>
                  <a:schemeClr val="bg1"/>
                </a:solidFill>
              </a:defRPr>
            </a:lvl1pPr>
          </a:lstStyle>
          <a:p>
            <a:r>
              <a:rPr lang="en-US" dirty="0"/>
              <a:t>Click to edit Master title style</a:t>
            </a:r>
          </a:p>
        </p:txBody>
      </p:sp>
      <p:sp>
        <p:nvSpPr>
          <p:cNvPr id="5" name="Footer Placeholder 4">
            <a:extLst>
              <a:ext uri="{FF2B5EF4-FFF2-40B4-BE49-F238E27FC236}">
                <a16:creationId xmlns:a16="http://schemas.microsoft.com/office/drawing/2014/main" id="{9F1849E7-8E94-3B02-239C-AAB481596BFD}"/>
              </a:ext>
            </a:extLst>
          </p:cNvPr>
          <p:cNvSpPr>
            <a:spLocks noGrp="1"/>
          </p:cNvSpPr>
          <p:nvPr>
            <p:ph type="ftr" sz="quarter" idx="11"/>
          </p:nvPr>
        </p:nvSpPr>
        <p:spPr/>
        <p:txBody>
          <a:bodyPr/>
          <a:lstStyle>
            <a:lvl1pPr>
              <a:defRPr>
                <a:solidFill>
                  <a:schemeClr val="bg1"/>
                </a:solidFill>
              </a:defRPr>
            </a:lvl1pPr>
          </a:lstStyle>
          <a:p>
            <a:r>
              <a:rPr lang="en-US"/>
              <a:t>Sample Footer Text</a:t>
            </a:r>
          </a:p>
        </p:txBody>
      </p:sp>
      <p:sp>
        <p:nvSpPr>
          <p:cNvPr id="4" name="Date Placeholder 3">
            <a:extLst>
              <a:ext uri="{FF2B5EF4-FFF2-40B4-BE49-F238E27FC236}">
                <a16:creationId xmlns:a16="http://schemas.microsoft.com/office/drawing/2014/main" id="{8F845713-EE4C-7615-B812-531C14CF0CA2}"/>
              </a:ext>
            </a:extLst>
          </p:cNvPr>
          <p:cNvSpPr>
            <a:spLocks noGrp="1"/>
          </p:cNvSpPr>
          <p:nvPr>
            <p:ph type="dt" sz="half" idx="10"/>
          </p:nvPr>
        </p:nvSpPr>
        <p:spPr/>
        <p:txBody>
          <a:bodyPr/>
          <a:lstStyle>
            <a:lvl1pPr>
              <a:defRPr>
                <a:solidFill>
                  <a:schemeClr val="bg1"/>
                </a:solidFill>
              </a:defRPr>
            </a:lvl1pPr>
          </a:lstStyle>
          <a:p>
            <a:fld id="{CF9D34E2-F5B0-4166-BCAC-F99A4EBB0C26}" type="datetime2">
              <a:rPr lang="en-US" smtClean="0"/>
              <a:t>Monday, January 5, 2026</a:t>
            </a:fld>
            <a:endParaRPr lang="en-US"/>
          </a:p>
        </p:txBody>
      </p:sp>
      <p:sp>
        <p:nvSpPr>
          <p:cNvPr id="6" name="Slide Number Placeholder 5">
            <a:extLst>
              <a:ext uri="{FF2B5EF4-FFF2-40B4-BE49-F238E27FC236}">
                <a16:creationId xmlns:a16="http://schemas.microsoft.com/office/drawing/2014/main" id="{70644BD7-C050-D052-8408-65ADAAF674FF}"/>
              </a:ext>
            </a:extLst>
          </p:cNvPr>
          <p:cNvSpPr>
            <a:spLocks noGrp="1"/>
          </p:cNvSpPr>
          <p:nvPr>
            <p:ph type="sldNum" sz="quarter" idx="12"/>
          </p:nvPr>
        </p:nvSpPr>
        <p:spPr/>
        <p:txBody>
          <a:bodyPr/>
          <a:lstStyle>
            <a:lvl1pPr>
              <a:defRPr>
                <a:solidFill>
                  <a:schemeClr val="bg1"/>
                </a:solidFill>
              </a:defRPr>
            </a:lvl1pPr>
          </a:lstStyle>
          <a:p>
            <a:fld id="{84145AC3-CC88-4C8A-A6CE-8D44921B6A23}" type="slidenum">
              <a:rPr lang="en-US" smtClean="0"/>
              <a:pPr/>
              <a:t>‹#›</a:t>
            </a:fld>
            <a:endParaRPr lang="en-US"/>
          </a:p>
        </p:txBody>
      </p:sp>
    </p:spTree>
    <p:extLst>
      <p:ext uri="{BB962C8B-B14F-4D97-AF65-F5344CB8AC3E}">
        <p14:creationId xmlns:p14="http://schemas.microsoft.com/office/powerpoint/2010/main" val="3087852775"/>
      </p:ext>
    </p:extLst>
  </p:cSld>
  <p:clrMapOvr>
    <a:overrideClrMapping bg1="lt1" tx1="dk1" bg2="lt2" tx2="dk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Agenda">
    <p:bg>
      <p:bgRef idx="1001">
        <a:schemeClr val="bg2"/>
      </p:bgRef>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DB5C5E01-6047-09D9-CA8C-ACF771ED4F5F}"/>
              </a:ext>
            </a:extLst>
          </p:cNvPr>
          <p:cNvSpPr/>
          <p:nvPr/>
        </p:nvSpPr>
        <p:spPr>
          <a:xfrm>
            <a:off x="-2" y="0"/>
            <a:ext cx="12192002"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A3735CD2-2790-A02E-C1A3-EB251A110779}"/>
              </a:ext>
            </a:extLst>
          </p:cNvPr>
          <p:cNvSpPr/>
          <p:nvPr/>
        </p:nvSpPr>
        <p:spPr>
          <a:xfrm flipH="1">
            <a:off x="-2" y="0"/>
            <a:ext cx="6096000" cy="6858000"/>
          </a:xfrm>
          <a:prstGeom prst="rect">
            <a:avLst/>
          </a:prstGeom>
          <a:gradFill>
            <a:gsLst>
              <a:gs pos="8000">
                <a:srgbClr val="FF907A"/>
              </a:gs>
              <a:gs pos="100000">
                <a:srgbClr val="DA002F">
                  <a:alpha val="88627"/>
                </a:srgbClr>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C27BCFA5-D41F-08E8-0C59-3B6D1AE8FC85}"/>
              </a:ext>
            </a:extLst>
          </p:cNvPr>
          <p:cNvSpPr/>
          <p:nvPr/>
        </p:nvSpPr>
        <p:spPr>
          <a:xfrm flipH="1">
            <a:off x="0" y="17416"/>
            <a:ext cx="5067300" cy="6840156"/>
          </a:xfrm>
          <a:prstGeom prst="rect">
            <a:avLst/>
          </a:prstGeom>
          <a:gradFill>
            <a:gsLst>
              <a:gs pos="22000">
                <a:srgbClr val="FF5076">
                  <a:alpha val="0"/>
                </a:srgbClr>
              </a:gs>
              <a:gs pos="99000">
                <a:srgbClr val="92248E">
                  <a:alpha val="91765"/>
                </a:srgb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BE833A7D-2BA4-F824-376C-8607C290E93B}"/>
              </a:ext>
            </a:extLst>
          </p:cNvPr>
          <p:cNvSpPr/>
          <p:nvPr/>
        </p:nvSpPr>
        <p:spPr>
          <a:xfrm rot="5400000" flipH="1">
            <a:off x="-20998" y="723590"/>
            <a:ext cx="6595192" cy="5638799"/>
          </a:xfrm>
          <a:prstGeom prst="rect">
            <a:avLst/>
          </a:prstGeom>
          <a:gradFill>
            <a:gsLst>
              <a:gs pos="2000">
                <a:srgbClr val="DA002F">
                  <a:alpha val="18824"/>
                </a:srgbClr>
              </a:gs>
              <a:gs pos="57000">
                <a:srgbClr val="FE4A00">
                  <a:alpha val="0"/>
                </a:srgbClr>
              </a:gs>
            </a:gsLst>
            <a:lin ang="21594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DCFC381E-3DA3-22D7-F3CB-6FF3B17D6865}"/>
              </a:ext>
            </a:extLst>
          </p:cNvPr>
          <p:cNvSpPr/>
          <p:nvPr/>
        </p:nvSpPr>
        <p:spPr>
          <a:xfrm rot="12508972">
            <a:off x="652110" y="716188"/>
            <a:ext cx="5005754" cy="5005754"/>
          </a:xfrm>
          <a:prstGeom prst="ellipse">
            <a:avLst/>
          </a:prstGeom>
          <a:gradFill>
            <a:gsLst>
              <a:gs pos="31000">
                <a:srgbClr val="FF907A">
                  <a:alpha val="0"/>
                </a:srgbClr>
              </a:gs>
              <a:gs pos="85000">
                <a:srgbClr val="FFBCAF">
                  <a:alpha val="22745"/>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822960" y="2029968"/>
            <a:ext cx="4398264" cy="2825496"/>
          </a:xfrm>
        </p:spPr>
        <p:txBody>
          <a:bodyPr anchor="ctr">
            <a:normAutofit/>
          </a:bodyPr>
          <a:lstStyle>
            <a:lvl1pPr algn="ctr">
              <a:lnSpc>
                <a:spcPct val="110000"/>
              </a:lnSpc>
              <a:defRPr sz="4000" cap="all" spc="700" baseline="0">
                <a:solidFill>
                  <a:schemeClr val="bg1"/>
                </a:solidFill>
              </a:defRPr>
            </a:lvl1pPr>
          </a:lstStyle>
          <a:p>
            <a:r>
              <a:rPr lang="en-US" dirty="0"/>
              <a:t>Click to edit Master title style</a:t>
            </a:r>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lstStyle>
            <a:lvl1pPr>
              <a:defRPr>
                <a:solidFill>
                  <a:schemeClr val="bg1"/>
                </a:solidFill>
              </a:defRPr>
            </a:lvl1pPr>
          </a:lstStyle>
          <a:p>
            <a:r>
              <a:rPr lang="en-US"/>
              <a:t>Sample Footer Text</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7004304" y="584688"/>
            <a:ext cx="4517136" cy="5688623"/>
          </a:xfrm>
        </p:spPr>
        <p:txBody>
          <a:bodyPr vert="horz" lIns="91440" tIns="45720" rIns="91440" bIns="45720" rtlCol="0" anchor="ctr">
            <a:normAutofit/>
          </a:bodyPr>
          <a:lstStyle>
            <a:lvl1pPr marL="342900" indent="-342900">
              <a:buFont typeface="+mj-lt"/>
              <a:buAutoNum type="arabicPeriod"/>
              <a:defRPr lang="en-US" sz="1800"/>
            </a:lvl1pPr>
            <a:lvl2pPr marL="571500" indent="-342900">
              <a:buFont typeface="+mj-lt"/>
              <a:buAutoNum type="arabicPeriod"/>
              <a:defRPr sz="1600"/>
            </a:lvl2pPr>
            <a:lvl3pPr marL="800100" indent="-342900">
              <a:buFont typeface="+mj-lt"/>
              <a:buAutoNum type="arabicPeriod"/>
              <a:defRPr sz="1400"/>
            </a:lvl3pPr>
            <a:lvl4pPr>
              <a:buFont typeface="+mj-lt"/>
              <a:buAutoNum type="arabicPeriod"/>
              <a:defRPr sz="1400"/>
            </a:lvl4pPr>
            <a:lvl5pPr>
              <a:buFont typeface="+mj-lt"/>
              <a:buAutoNum type="arabicPeriod"/>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p:txBody>
          <a:bodyPr/>
          <a:lstStyle>
            <a:lvl1pPr>
              <a:defRPr>
                <a:solidFill>
                  <a:schemeClr val="tx1"/>
                </a:solidFill>
              </a:defRPr>
            </a:lvl1pPr>
          </a:lstStyle>
          <a:p>
            <a:fld id="{802FDF1D-424D-4F55-8CAE-9342A40AFD81}" type="datetime2">
              <a:rPr lang="en-US" smtClean="0"/>
              <a:t>Monday, January 5, 2026</a:t>
            </a:fld>
            <a:endParaRPr lang="en-US"/>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3530745420"/>
      </p:ext>
    </p:extLst>
  </p:cSld>
  <p:clrMapOvr>
    <a:overrideClrMapping bg1="lt1" tx1="dk1" bg2="lt2" tx2="dk2" accent1="accent1" accent2="accent2" accent3="accent3" accent4="accent4" accent5="accent5" accent6="accent6" hlink="hlink" folHlink="folHlink"/>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Agenda Photo">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55E51A20-2748-7167-D322-21FEFCFAA880}"/>
              </a:ext>
            </a:extLst>
          </p:cNvPr>
          <p:cNvSpPr/>
          <p:nvPr/>
        </p:nvSpPr>
        <p:spPr>
          <a:xfrm>
            <a:off x="0" y="0"/>
            <a:ext cx="12192000" cy="6858000"/>
          </a:xfrm>
          <a:prstGeom prst="rect">
            <a:avLst/>
          </a:prstGeom>
          <a:solidFill>
            <a:srgbClr val="FFFFFF"/>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4CBB6C2A-5CA9-E68C-069E-E0E25559DCC0}"/>
              </a:ext>
            </a:extLst>
          </p:cNvPr>
          <p:cNvSpPr/>
          <p:nvPr/>
        </p:nvSpPr>
        <p:spPr>
          <a:xfrm flipH="1">
            <a:off x="-1" y="6408743"/>
            <a:ext cx="12191998" cy="449257"/>
          </a:xfrm>
          <a:prstGeom prst="rect">
            <a:avLst/>
          </a:prstGeom>
          <a:gradFill>
            <a:gsLst>
              <a:gs pos="34000">
                <a:srgbClr val="FE4A00">
                  <a:alpha val="72941"/>
                </a:srgbClr>
              </a:gs>
              <a:gs pos="100000">
                <a:srgbClr val="DA002F">
                  <a:alpha val="88627"/>
                </a:srgb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1F80550C-DE5E-1065-0630-D03C188FDDD1}"/>
              </a:ext>
            </a:extLst>
          </p:cNvPr>
          <p:cNvSpPr/>
          <p:nvPr/>
        </p:nvSpPr>
        <p:spPr>
          <a:xfrm flipH="1">
            <a:off x="-1" y="6408742"/>
            <a:ext cx="6281929" cy="449258"/>
          </a:xfrm>
          <a:prstGeom prst="rect">
            <a:avLst/>
          </a:prstGeom>
          <a:gradFill>
            <a:gsLst>
              <a:gs pos="0">
                <a:srgbClr val="FD5353">
                  <a:alpha val="54902"/>
                </a:srgbClr>
              </a:gs>
              <a:gs pos="99000">
                <a:srgbClr val="972D8F">
                  <a:alpha val="73000"/>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086600" y="1014984"/>
            <a:ext cx="4489704" cy="1463040"/>
          </a:xfrm>
        </p:spPr>
        <p:txBody>
          <a:bodyPr anchor="t">
            <a:normAutofit/>
          </a:bodyPr>
          <a:lstStyle>
            <a:lvl1pPr>
              <a:defRPr sz="4000" cap="all" spc="700" baseline="0"/>
            </a:lvl1pPr>
          </a:lstStyle>
          <a:p>
            <a:r>
              <a:rPr lang="en-US" dirty="0"/>
              <a:t>Click to edit Master title style</a:t>
            </a:r>
          </a:p>
        </p:txBody>
      </p:sp>
      <p:sp>
        <p:nvSpPr>
          <p:cNvPr id="14" name="Picture Placeholder 13">
            <a:extLst>
              <a:ext uri="{FF2B5EF4-FFF2-40B4-BE49-F238E27FC236}">
                <a16:creationId xmlns:a16="http://schemas.microsoft.com/office/drawing/2014/main" id="{446617FE-5546-1330-38DE-729B1DB01C4F}"/>
              </a:ext>
            </a:extLst>
          </p:cNvPr>
          <p:cNvSpPr>
            <a:spLocks noGrp="1"/>
          </p:cNvSpPr>
          <p:nvPr>
            <p:ph type="pic" sz="quarter" idx="18" hasCustomPrompt="1"/>
          </p:nvPr>
        </p:nvSpPr>
        <p:spPr>
          <a:xfrm>
            <a:off x="0" y="-1"/>
            <a:ext cx="6281928" cy="6411311"/>
          </a:xfrm>
          <a:blipFill>
            <a:blip r:embed="rId2">
              <a:alphaModFix amt="70000"/>
            </a:blip>
            <a:stretch>
              <a:fillRect/>
            </a:stretch>
          </a:blipFill>
        </p:spPr>
        <p:txBody>
          <a:bodyPr/>
          <a:lstStyle>
            <a:lvl1pPr marL="0" indent="0">
              <a:buNone/>
              <a:defRPr/>
            </a:lvl1pPr>
          </a:lstStyle>
          <a:p>
            <a:r>
              <a:rPr lang="en-US" dirty="0"/>
              <a:t>.</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7086600" y="2633472"/>
            <a:ext cx="4498848" cy="2980944"/>
          </a:xfrm>
        </p:spPr>
        <p:txBody>
          <a:bodyPr anchor="b">
            <a:normAutofit/>
          </a:bodyPr>
          <a:lstStyle>
            <a:lvl1pPr marL="342900" indent="-342900">
              <a:buFont typeface="+mj-lt"/>
              <a:buAutoNum type="arabicPeriod"/>
              <a:defRPr sz="1800"/>
            </a:lvl1pPr>
            <a:lvl2pPr marL="571500" indent="-342900">
              <a:buFont typeface="+mj-lt"/>
              <a:buAutoNum type="arabicPeriod"/>
              <a:defRPr sz="1600"/>
            </a:lvl2pPr>
            <a:lvl3pPr marL="685800" indent="-228600">
              <a:buFont typeface="+mj-lt"/>
              <a:buAutoNum type="arabicPeriod"/>
              <a:defRPr sz="1400"/>
            </a:lvl3pPr>
            <a:lvl4pPr marL="914400" indent="-228600">
              <a:buFont typeface="+mj-lt"/>
              <a:buAutoNum type="arabicPeriod"/>
              <a:defRPr sz="1400"/>
            </a:lvl4pPr>
            <a:lvl5pPr marL="1143000" indent="-228600">
              <a:buFont typeface="+mj-lt"/>
              <a:buAutoNum type="arabicPeriod"/>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Footer Placeholder 10">
            <a:extLst>
              <a:ext uri="{FF2B5EF4-FFF2-40B4-BE49-F238E27FC236}">
                <a16:creationId xmlns:a16="http://schemas.microsoft.com/office/drawing/2014/main" id="{A9C33D4E-E2BE-E898-8127-4DC0FEE7EF69}"/>
              </a:ext>
            </a:extLst>
          </p:cNvPr>
          <p:cNvSpPr>
            <a:spLocks noGrp="1"/>
          </p:cNvSpPr>
          <p:nvPr>
            <p:ph type="ftr" sz="quarter" idx="16"/>
          </p:nvPr>
        </p:nvSpPr>
        <p:spPr>
          <a:xfrm>
            <a:off x="137160" y="6455664"/>
            <a:ext cx="3557016" cy="365760"/>
          </a:xfrm>
        </p:spPr>
        <p:txBody>
          <a:bodyPr/>
          <a:lstStyle>
            <a:lvl1pPr>
              <a:defRPr>
                <a:solidFill>
                  <a:schemeClr val="bg1"/>
                </a:solidFill>
              </a:defRPr>
            </a:lvl1pPr>
          </a:lstStyle>
          <a:p>
            <a:r>
              <a:rPr lang="en-US"/>
              <a:t>Sample Footer Text</a:t>
            </a:r>
          </a:p>
        </p:txBody>
      </p:sp>
      <p:sp>
        <p:nvSpPr>
          <p:cNvPr id="10" name="Date Placeholder 9">
            <a:extLst>
              <a:ext uri="{FF2B5EF4-FFF2-40B4-BE49-F238E27FC236}">
                <a16:creationId xmlns:a16="http://schemas.microsoft.com/office/drawing/2014/main" id="{9153B13C-4F7F-491E-137A-C175D2F34347}"/>
              </a:ext>
            </a:extLst>
          </p:cNvPr>
          <p:cNvSpPr>
            <a:spLocks noGrp="1"/>
          </p:cNvSpPr>
          <p:nvPr>
            <p:ph type="dt" sz="half" idx="15"/>
          </p:nvPr>
        </p:nvSpPr>
        <p:spPr/>
        <p:txBody>
          <a:bodyPr/>
          <a:lstStyle/>
          <a:p>
            <a:fld id="{A7019B1F-F9E0-40A8-8123-21681C0812EB}" type="datetime2">
              <a:rPr lang="en-US" smtClean="0"/>
              <a:t>Monday, January 5, 2026</a:t>
            </a:fld>
            <a:endParaRPr lang="en-US"/>
          </a:p>
        </p:txBody>
      </p:sp>
      <p:sp>
        <p:nvSpPr>
          <p:cNvPr id="12" name="Slide Number Placeholder 11">
            <a:extLst>
              <a:ext uri="{FF2B5EF4-FFF2-40B4-BE49-F238E27FC236}">
                <a16:creationId xmlns:a16="http://schemas.microsoft.com/office/drawing/2014/main" id="{465A4B81-1CBB-716F-B325-C1ECB6BA2529}"/>
              </a:ext>
            </a:extLst>
          </p:cNvPr>
          <p:cNvSpPr>
            <a:spLocks noGrp="1"/>
          </p:cNvSpPr>
          <p:nvPr>
            <p:ph type="sldNum" sz="quarter" idx="17"/>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199448277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Content 2">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49FF914-ECFF-A4E1-AD86-108676B324D3}"/>
              </a:ext>
            </a:extLst>
          </p:cNvPr>
          <p:cNvSpPr/>
          <p:nvPr/>
        </p:nvSpPr>
        <p:spPr>
          <a:xfrm>
            <a:off x="0" y="0"/>
            <a:ext cx="12192000" cy="6858000"/>
          </a:xfrm>
          <a:prstGeom prst="rect">
            <a:avLst/>
          </a:prstGeom>
          <a:solidFill>
            <a:srgbClr val="FFFFFF"/>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E98606AF-234E-F01C-E350-3E326E5ABE30}"/>
              </a:ext>
            </a:extLst>
          </p:cNvPr>
          <p:cNvSpPr/>
          <p:nvPr/>
        </p:nvSpPr>
        <p:spPr>
          <a:xfrm>
            <a:off x="-11209" y="0"/>
            <a:ext cx="12203208" cy="1698952"/>
          </a:xfrm>
          <a:prstGeom prst="rect">
            <a:avLst/>
          </a:prstGeom>
          <a:gradFill>
            <a:gsLst>
              <a:gs pos="0">
                <a:srgbClr val="DA002F"/>
              </a:gs>
              <a:gs pos="100000">
                <a:srgbClr val="FF8463"/>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5FE6AE3A-A1C7-E9CA-615A-87942C8FD35D}"/>
              </a:ext>
            </a:extLst>
          </p:cNvPr>
          <p:cNvSpPr/>
          <p:nvPr/>
        </p:nvSpPr>
        <p:spPr>
          <a:xfrm>
            <a:off x="-11210" y="4199"/>
            <a:ext cx="8126510" cy="1694753"/>
          </a:xfrm>
          <a:prstGeom prst="rect">
            <a:avLst/>
          </a:prstGeom>
          <a:gradFill>
            <a:gsLst>
              <a:gs pos="37000">
                <a:srgbClr val="FF6C4F">
                  <a:alpha val="41961"/>
                </a:srgbClr>
              </a:gs>
              <a:gs pos="99000">
                <a:srgbClr val="DA002F">
                  <a:alpha val="50000"/>
                </a:srgb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9C082EBC-AF50-5C78-B731-0C4380660AF5}"/>
              </a:ext>
            </a:extLst>
          </p:cNvPr>
          <p:cNvSpPr/>
          <p:nvPr/>
        </p:nvSpPr>
        <p:spPr>
          <a:xfrm>
            <a:off x="5466" y="-6046"/>
            <a:ext cx="12197741" cy="1694753"/>
          </a:xfrm>
          <a:prstGeom prst="rect">
            <a:avLst/>
          </a:prstGeom>
          <a:gradFill>
            <a:gsLst>
              <a:gs pos="32000">
                <a:srgbClr val="D861D4">
                  <a:alpha val="0"/>
                </a:srgbClr>
              </a:gs>
              <a:gs pos="100000">
                <a:srgbClr val="93258E">
                  <a:alpha val="65882"/>
                </a:srgb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033272" y="347472"/>
            <a:ext cx="9875520" cy="1033272"/>
          </a:xfrm>
        </p:spPr>
        <p:txBody>
          <a:bodyPr anchor="ctr"/>
          <a:lstStyle>
            <a:lvl1pPr>
              <a:defRPr>
                <a:solidFill>
                  <a:schemeClr val="bg1"/>
                </a:solidFill>
              </a:defRPr>
            </a:lvl1pPr>
          </a:lstStyle>
          <a:p>
            <a:r>
              <a:rPr lang="en-US" dirty="0"/>
              <a:t>Click to edit Master title style</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1033272" y="2203703"/>
            <a:ext cx="9875520" cy="4067623"/>
          </a:xfrm>
        </p:spPr>
        <p:txBody>
          <a:bodyPr anchor="ct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137160" y="6455664"/>
            <a:ext cx="3557016" cy="365760"/>
          </a:xfrm>
        </p:spPr>
        <p:txBody>
          <a:bodyPr/>
          <a:lstStyle>
            <a:lvl1pPr>
              <a:defRPr>
                <a:solidFill>
                  <a:schemeClr val="tx1"/>
                </a:solidFill>
              </a:defRPr>
            </a:lvl1pPr>
          </a:lstStyle>
          <a:p>
            <a:r>
              <a:rPr lang="en-US" dirty="0"/>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9326AF6F-B60F-4C18-B9AB-ED82420774C4}" type="datetime2">
              <a:rPr lang="en-US" smtClean="0"/>
              <a:t>Monday, January 5, 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128338051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itle, 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033272" y="2103120"/>
            <a:ext cx="4325112" cy="2454796"/>
          </a:xfrm>
        </p:spPr>
        <p:txBody>
          <a:bodyPr anchor="t">
            <a:normAutofit/>
          </a:bodyPr>
          <a:lstStyle>
            <a:lvl1pPr>
              <a:defRPr sz="4400"/>
            </a:lvl1pPr>
          </a:lstStyle>
          <a:p>
            <a:r>
              <a:rPr lang="en-US" dirty="0"/>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8" name="Content Placeholder 7">
            <a:extLst>
              <a:ext uri="{FF2B5EF4-FFF2-40B4-BE49-F238E27FC236}">
                <a16:creationId xmlns:a16="http://schemas.microsoft.com/office/drawing/2014/main" id="{7D633F00-464B-3088-812A-40496FD1021A}"/>
              </a:ext>
            </a:extLst>
          </p:cNvPr>
          <p:cNvSpPr>
            <a:spLocks noGrp="1"/>
          </p:cNvSpPr>
          <p:nvPr>
            <p:ph sz="quarter" idx="13"/>
          </p:nvPr>
        </p:nvSpPr>
        <p:spPr>
          <a:xfrm>
            <a:off x="6273800" y="2103120"/>
            <a:ext cx="4325112" cy="2459736"/>
          </a:xfrm>
        </p:spPr>
        <p:txBody>
          <a:bodyPr vert="horz" lIns="91440" tIns="45720" rIns="91440" bIns="45720" rtlCol="0">
            <a:normAutofit/>
          </a:bodyPr>
          <a:lstStyle>
            <a:lvl1pPr marL="0" indent="0">
              <a:buNone/>
              <a:defRPr lang="en-US" sz="2000" dirty="0"/>
            </a:lvl1pPr>
            <a:lvl2pPr marL="228600" indent="0">
              <a:buNone/>
              <a:defRPr lang="en-US" sz="1800" dirty="0"/>
            </a:lvl2pPr>
            <a:lvl3pPr marL="457200" indent="0">
              <a:buNone/>
              <a:defRPr lang="en-US" sz="1600" dirty="0"/>
            </a:lvl3pPr>
            <a:lvl4pPr marL="685800" indent="0">
              <a:buNone/>
              <a:defRPr lang="en-US" sz="1400" dirty="0"/>
            </a:lvl4pPr>
            <a:lvl5pPr marL="914400" indent="0">
              <a:buNone/>
              <a:defRPr lang="en-US" sz="1400" dirty="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ACF6005E-1485-423F-B5D4-36E24475CFEE}" type="datetime2">
              <a:rPr lang="en-US" smtClean="0"/>
              <a:t>Monday, January 5, 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75041895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itle, Content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731520" y="1600200"/>
            <a:ext cx="3813048" cy="2999232"/>
          </a:xfrm>
        </p:spPr>
        <p:txBody>
          <a:bodyPr anchor="t">
            <a:normAutofit/>
          </a:bodyPr>
          <a:lstStyle>
            <a:lvl1pPr>
              <a:defRPr sz="3200"/>
            </a:lvl1pPr>
          </a:lstStyle>
          <a:p>
            <a:r>
              <a:rPr lang="en-US" dirty="0"/>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5711371" y="1600200"/>
            <a:ext cx="4892656" cy="3657600"/>
          </a:xfrm>
        </p:spPr>
        <p:txBody>
          <a:bodyPr vert="horz" lIns="91440" tIns="45720" rIns="91440" bIns="45720" rtlCol="0">
            <a:normAutofit/>
          </a:bodyPr>
          <a:lstStyle>
            <a:lvl1pPr>
              <a:defRPr lang="en-US"/>
            </a:lvl1pPr>
            <a:lvl2pPr>
              <a:defRPr lang="en-US"/>
            </a:lvl2pPr>
            <a:lvl3pPr>
              <a:defRPr lang="en-US"/>
            </a:lvl3pPr>
            <a:lvl4pPr>
              <a:defRPr lang="en-US"/>
            </a:lvl4pPr>
            <a:lvl5pPr>
              <a:defRPr lang="en-US"/>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0404E31E-DF49-445C-800F-5FFC1FA8170B}" type="datetime2">
              <a:rPr lang="en-US" smtClean="0"/>
              <a:t>Monday, January 5, 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64688483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Title, Content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731520" y="1600200"/>
            <a:ext cx="3611880" cy="2999232"/>
          </a:xfrm>
        </p:spPr>
        <p:txBody>
          <a:bodyPr anchor="t">
            <a:normAutofit/>
          </a:bodyPr>
          <a:lstStyle>
            <a:lvl1pPr>
              <a:defRPr sz="3200"/>
            </a:lvl1pPr>
          </a:lstStyle>
          <a:p>
            <a:r>
              <a:rPr lang="en-US" dirty="0"/>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5065776" y="1600200"/>
            <a:ext cx="6135624" cy="429768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03541D06-5B5C-452D-81B5-D55337162AD4}" type="datetime2">
              <a:rPr lang="en-US" smtClean="0"/>
              <a:t>Monday, January 5, 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93423354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Title, Content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731520" y="704088"/>
            <a:ext cx="3547872" cy="4965192"/>
          </a:xfrm>
        </p:spPr>
        <p:txBody>
          <a:bodyPr anchor="t">
            <a:normAutofit/>
          </a:bodyPr>
          <a:lstStyle>
            <a:lvl1pPr>
              <a:defRPr sz="3200"/>
            </a:lvl1pPr>
          </a:lstStyle>
          <a:p>
            <a:r>
              <a:rPr lang="en-US" dirty="0"/>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5065776" y="704088"/>
            <a:ext cx="6394704" cy="521208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B08F4B41-77D5-4516-9B41-E9168C96B23B}" type="datetime2">
              <a:rPr lang="en-US" smtClean="0"/>
              <a:t>Monday, January 5, 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67319306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Title, Content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731520" y="704088"/>
            <a:ext cx="2916936" cy="2916936"/>
          </a:xfrm>
        </p:spPr>
        <p:txBody>
          <a:bodyPr anchor="t">
            <a:normAutofit/>
          </a:bodyPr>
          <a:lstStyle>
            <a:lvl1pPr>
              <a:defRPr sz="3200">
                <a:solidFill>
                  <a:schemeClr val="tx1"/>
                </a:solidFill>
              </a:defRPr>
            </a:lvl1pPr>
          </a:lstStyle>
          <a:p>
            <a:r>
              <a:rPr lang="en-US" dirty="0"/>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4588626" y="704088"/>
            <a:ext cx="7132320" cy="557784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bg1"/>
                </a:solidFill>
              </a:defRPr>
            </a:lvl1pPr>
          </a:lstStyle>
          <a:p>
            <a:fld id="{1D37B679-27F6-4DEC-AE7E-AE12D4B5C168}" type="datetime2">
              <a:rPr lang="en-US" smtClean="0"/>
              <a:t>Monday, January 5, 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bg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363121743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Title, Content Photo 1">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7168DFF7-84C4-DA92-2628-88F515669E31}"/>
              </a:ext>
            </a:extLst>
          </p:cNvPr>
          <p:cNvSpPr/>
          <p:nvPr/>
        </p:nvSpPr>
        <p:spPr>
          <a:xfrm>
            <a:off x="0" y="0"/>
            <a:ext cx="12192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E8358C6A-FFB7-7F91-94AA-423822AA8C38}"/>
              </a:ext>
            </a:extLst>
          </p:cNvPr>
          <p:cNvSpPr/>
          <p:nvPr/>
        </p:nvSpPr>
        <p:spPr>
          <a:xfrm flipH="1">
            <a:off x="0" y="6406116"/>
            <a:ext cx="12191998" cy="461774"/>
          </a:xfrm>
          <a:prstGeom prst="rect">
            <a:avLst/>
          </a:prstGeom>
          <a:gradFill>
            <a:gsLst>
              <a:gs pos="0">
                <a:srgbClr val="DA002F"/>
              </a:gs>
              <a:gs pos="100000">
                <a:srgbClr val="D861D4">
                  <a:alpha val="58824"/>
                </a:srgbClr>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FF7B507E-31E7-16F8-CF5C-A1250BA873D8}"/>
              </a:ext>
            </a:extLst>
          </p:cNvPr>
          <p:cNvSpPr/>
          <p:nvPr/>
        </p:nvSpPr>
        <p:spPr>
          <a:xfrm flipH="1">
            <a:off x="8022440" y="6406116"/>
            <a:ext cx="4169557" cy="461774"/>
          </a:xfrm>
          <a:prstGeom prst="rect">
            <a:avLst/>
          </a:prstGeom>
          <a:gradFill>
            <a:gsLst>
              <a:gs pos="19000">
                <a:srgbClr val="FF411C">
                  <a:alpha val="60784"/>
                </a:srgbClr>
              </a:gs>
              <a:gs pos="99000">
                <a:srgbClr val="FF907A">
                  <a:alpha val="86667"/>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0" y="475488"/>
            <a:ext cx="6400800" cy="1197864"/>
          </a:xfrm>
        </p:spPr>
        <p:txBody>
          <a:bodyPr anchor="b"/>
          <a:lstStyle/>
          <a:p>
            <a:r>
              <a:rPr lang="en-US" dirty="0"/>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effectLst/>
              </a:defRPr>
            </a:lvl1pPr>
          </a:lstStyle>
          <a:p>
            <a:r>
              <a:rPr lang="en-US"/>
              <a:t>Sample Footer Text</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731520" y="1856232"/>
            <a:ext cx="6400800" cy="4005072"/>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Picture Placeholder 11">
            <a:extLst>
              <a:ext uri="{FF2B5EF4-FFF2-40B4-BE49-F238E27FC236}">
                <a16:creationId xmlns:a16="http://schemas.microsoft.com/office/drawing/2014/main" id="{33F47ADC-E381-68F6-8F09-4B69A1B92548}"/>
              </a:ext>
            </a:extLst>
          </p:cNvPr>
          <p:cNvSpPr>
            <a:spLocks noGrp="1"/>
          </p:cNvSpPr>
          <p:nvPr>
            <p:ph type="pic" sz="quarter" idx="15" hasCustomPrompt="1"/>
          </p:nvPr>
        </p:nvSpPr>
        <p:spPr>
          <a:xfrm>
            <a:off x="8022440" y="603504"/>
            <a:ext cx="3553863" cy="5202936"/>
          </a:xfrm>
          <a:blipFill>
            <a:blip r:embed="rId2">
              <a:alphaModFix amt="70000"/>
            </a:blip>
            <a:stretch>
              <a:fillRect/>
            </a:stretch>
          </a:blipFill>
        </p:spPr>
        <p:txBody>
          <a:bodyPr/>
          <a:lstStyle>
            <a:lvl1pPr marL="0" indent="0">
              <a:buNone/>
              <a:defRPr/>
            </a:lvl1pPr>
          </a:lstStyle>
          <a:p>
            <a:r>
              <a:rPr lang="en-US" dirty="0"/>
              <a: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8A318DFB-5F24-4AAB-A84B-D248D5DAC033}" type="datetime2">
              <a:rPr lang="en-US" smtClean="0"/>
              <a:t>Monday, January 5, 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bg1"/>
                </a:solidFill>
                <a:effectLst/>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108764877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Title, Content Photo 2">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6371C36B-E56C-A499-1D3F-AC8DC09B0AE3}"/>
              </a:ext>
            </a:extLst>
          </p:cNvPr>
          <p:cNvSpPr/>
          <p:nvPr/>
        </p:nvSpPr>
        <p:spPr>
          <a:xfrm>
            <a:off x="0" y="0"/>
            <a:ext cx="12192000" cy="6858000"/>
          </a:xfrm>
          <a:prstGeom prst="rect">
            <a:avLst/>
          </a:prstGeom>
          <a:solidFill>
            <a:srgbClr val="FFFFFF"/>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7BC72D07-FB95-F16C-6535-C8AEB3ACAFA0}"/>
              </a:ext>
            </a:extLst>
          </p:cNvPr>
          <p:cNvSpPr/>
          <p:nvPr/>
        </p:nvSpPr>
        <p:spPr>
          <a:xfrm rot="10800000" flipH="1">
            <a:off x="0" y="6408316"/>
            <a:ext cx="12192000" cy="449684"/>
          </a:xfrm>
          <a:prstGeom prst="rect">
            <a:avLst/>
          </a:prstGeom>
          <a:gradFill>
            <a:gsLst>
              <a:gs pos="14000">
                <a:srgbClr val="FE4A00">
                  <a:alpha val="27843"/>
                </a:srgbClr>
              </a:gs>
              <a:gs pos="100000">
                <a:srgbClr val="DA002F">
                  <a:alpha val="84706"/>
                </a:srgbClr>
              </a:gs>
            </a:gsLst>
            <a:lin ang="9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2CAA119A-27E9-C86D-0929-AC7B5A35BD16}"/>
              </a:ext>
            </a:extLst>
          </p:cNvPr>
          <p:cNvSpPr/>
          <p:nvPr/>
        </p:nvSpPr>
        <p:spPr>
          <a:xfrm flipH="1">
            <a:off x="3807553" y="6408316"/>
            <a:ext cx="8384444" cy="449684"/>
          </a:xfrm>
          <a:prstGeom prst="rect">
            <a:avLst/>
          </a:prstGeom>
          <a:gradFill>
            <a:gsLst>
              <a:gs pos="9000">
                <a:srgbClr val="D861D4">
                  <a:alpha val="67843"/>
                </a:srgbClr>
              </a:gs>
              <a:gs pos="99000">
                <a:srgbClr val="92248E"/>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718304" y="310896"/>
            <a:ext cx="6858000" cy="923544"/>
          </a:xfrm>
        </p:spPr>
        <p:txBody>
          <a:bodyPr anchor="b"/>
          <a:lstStyle/>
          <a:p>
            <a:r>
              <a:rPr lang="en-US" dirty="0"/>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11" name="Picture Placeholder 10">
            <a:extLst>
              <a:ext uri="{FF2B5EF4-FFF2-40B4-BE49-F238E27FC236}">
                <a16:creationId xmlns:a16="http://schemas.microsoft.com/office/drawing/2014/main" id="{B6DF379E-0D41-B503-1F7F-4E6B2B90CC41}"/>
              </a:ext>
            </a:extLst>
          </p:cNvPr>
          <p:cNvSpPr>
            <a:spLocks noGrp="1"/>
          </p:cNvSpPr>
          <p:nvPr>
            <p:ph type="pic" sz="quarter" idx="15" hasCustomPrompt="1"/>
          </p:nvPr>
        </p:nvSpPr>
        <p:spPr>
          <a:xfrm>
            <a:off x="603503" y="603504"/>
            <a:ext cx="3192563" cy="5202936"/>
          </a:xfrm>
          <a:blipFill>
            <a:blip r:embed="rId2">
              <a:alphaModFix amt="70000"/>
            </a:blip>
            <a:stretch>
              <a:fillRect/>
            </a:stretch>
          </a:blipFill>
        </p:spPr>
        <p:txBody>
          <a:bodyPr/>
          <a:lstStyle>
            <a:lvl1pPr marL="0" indent="0">
              <a:buNone/>
              <a:defRPr/>
            </a:lvl1pPr>
          </a:lstStyle>
          <a:p>
            <a:r>
              <a:rPr lang="en-US" dirty="0"/>
              <a:t>.</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4718304" y="1380744"/>
            <a:ext cx="6858000" cy="4608576"/>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bg1"/>
                </a:solidFill>
                <a:effectLst/>
              </a:defRPr>
            </a:lvl1pPr>
          </a:lstStyle>
          <a:p>
            <a:fld id="{71286253-1B6C-4476-BA10-7DFF05BDD8C1}" type="datetime2">
              <a:rPr lang="en-US" smtClean="0"/>
              <a:t>Monday, January 5, 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47882442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Title, Content Photo 3">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4541EC5E-2E3A-29A5-7F01-3D098A93FA76}"/>
              </a:ext>
            </a:extLst>
          </p:cNvPr>
          <p:cNvSpPr/>
          <p:nvPr/>
        </p:nvSpPr>
        <p:spPr>
          <a:xfrm>
            <a:off x="0" y="0"/>
            <a:ext cx="12192000" cy="6858000"/>
          </a:xfrm>
          <a:prstGeom prst="rect">
            <a:avLst/>
          </a:prstGeom>
          <a:solidFill>
            <a:srgbClr val="FFFFFF"/>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FCDB1A6A-A82E-C28C-BC71-E59067A1D47F}"/>
              </a:ext>
            </a:extLst>
          </p:cNvPr>
          <p:cNvSpPr/>
          <p:nvPr/>
        </p:nvSpPr>
        <p:spPr>
          <a:xfrm flipH="1">
            <a:off x="0" y="6406116"/>
            <a:ext cx="12191998" cy="461774"/>
          </a:xfrm>
          <a:prstGeom prst="rect">
            <a:avLst/>
          </a:prstGeom>
          <a:gradFill>
            <a:gsLst>
              <a:gs pos="0">
                <a:srgbClr val="DA002F"/>
              </a:gs>
              <a:gs pos="100000">
                <a:srgbClr val="D861D4">
                  <a:alpha val="58824"/>
                </a:srgbClr>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E2B683A0-4783-F398-8347-7EAF3DEE633C}"/>
              </a:ext>
            </a:extLst>
          </p:cNvPr>
          <p:cNvSpPr/>
          <p:nvPr/>
        </p:nvSpPr>
        <p:spPr>
          <a:xfrm flipH="1">
            <a:off x="8491125" y="6406116"/>
            <a:ext cx="3700874" cy="461774"/>
          </a:xfrm>
          <a:prstGeom prst="rect">
            <a:avLst/>
          </a:prstGeom>
          <a:gradFill>
            <a:gsLst>
              <a:gs pos="19000">
                <a:srgbClr val="FF411C">
                  <a:alpha val="60784"/>
                </a:srgbClr>
              </a:gs>
              <a:gs pos="99000">
                <a:srgbClr val="FF907A">
                  <a:alpha val="86667"/>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0" y="312572"/>
            <a:ext cx="6858000" cy="923544"/>
          </a:xfrm>
        </p:spPr>
        <p:txBody>
          <a:bodyPr anchor="b"/>
          <a:lstStyle/>
          <a:p>
            <a:r>
              <a:rPr lang="en-US" dirty="0"/>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effectLst/>
              </a:defRPr>
            </a:lvl1pPr>
          </a:lstStyle>
          <a:p>
            <a:r>
              <a:rPr lang="en-US"/>
              <a:t>Sample Footer Text</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731520" y="1380744"/>
            <a:ext cx="6858000" cy="4608576"/>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Picture Placeholder 10">
            <a:extLst>
              <a:ext uri="{FF2B5EF4-FFF2-40B4-BE49-F238E27FC236}">
                <a16:creationId xmlns:a16="http://schemas.microsoft.com/office/drawing/2014/main" id="{86917188-FC72-8B54-8EBD-7107C6956DBB}"/>
              </a:ext>
            </a:extLst>
          </p:cNvPr>
          <p:cNvSpPr>
            <a:spLocks noGrp="1"/>
          </p:cNvSpPr>
          <p:nvPr>
            <p:ph type="pic" sz="quarter" idx="15" hasCustomPrompt="1"/>
          </p:nvPr>
        </p:nvSpPr>
        <p:spPr>
          <a:xfrm>
            <a:off x="8491126" y="603504"/>
            <a:ext cx="3085177" cy="5202936"/>
          </a:xfrm>
          <a:blipFill>
            <a:blip r:embed="rId2">
              <a:alphaModFix amt="70000"/>
            </a:blip>
            <a:stretch>
              <a:fillRect/>
            </a:stretch>
          </a:blipFill>
        </p:spPr>
        <p:txBody>
          <a:bodyPr/>
          <a:lstStyle>
            <a:lvl1pPr marL="0" indent="0">
              <a:buNone/>
              <a:defRPr/>
            </a:lvl1pPr>
          </a:lstStyle>
          <a:p>
            <a:r>
              <a:rPr lang="en-US" dirty="0"/>
              <a: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BC26721B-6321-48CC-A06F-4DC67D115E8F}" type="datetime2">
              <a:rPr lang="en-US" smtClean="0"/>
              <a:t>Monday, January 5, 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bg1"/>
                </a:solidFill>
                <a:effectLst/>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328356303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Title, Content Photo 4">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5500FDF4-E04E-45E3-73D7-9BD1BD2BCA87}"/>
              </a:ext>
            </a:extLst>
          </p:cNvPr>
          <p:cNvSpPr/>
          <p:nvPr/>
        </p:nvSpPr>
        <p:spPr>
          <a:xfrm>
            <a:off x="0" y="0"/>
            <a:ext cx="12192000" cy="6858000"/>
          </a:xfrm>
          <a:prstGeom prst="rect">
            <a:avLst/>
          </a:prstGeom>
          <a:solidFill>
            <a:srgbClr val="FFFFFF"/>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29DCA41D-9DCB-DD45-31CF-2ACE1D2C681B}"/>
              </a:ext>
            </a:extLst>
          </p:cNvPr>
          <p:cNvSpPr/>
          <p:nvPr/>
        </p:nvSpPr>
        <p:spPr>
          <a:xfrm rot="10800000" flipH="1">
            <a:off x="0" y="6400798"/>
            <a:ext cx="12192000" cy="457202"/>
          </a:xfrm>
          <a:prstGeom prst="rect">
            <a:avLst/>
          </a:prstGeom>
          <a:gradFill>
            <a:gsLst>
              <a:gs pos="25000">
                <a:srgbClr val="FE4A00">
                  <a:alpha val="66667"/>
                </a:srgbClr>
              </a:gs>
              <a:gs pos="100000">
                <a:srgbClr val="DA002F">
                  <a:alpha val="84706"/>
                </a:srgb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C21F0C67-B5B9-BA90-0D30-7132F7490891}"/>
              </a:ext>
            </a:extLst>
          </p:cNvPr>
          <p:cNvSpPr/>
          <p:nvPr/>
        </p:nvSpPr>
        <p:spPr>
          <a:xfrm flipH="1">
            <a:off x="5247320" y="6400799"/>
            <a:ext cx="6944677" cy="456772"/>
          </a:xfrm>
          <a:prstGeom prst="rect">
            <a:avLst/>
          </a:prstGeom>
          <a:gradFill>
            <a:gsLst>
              <a:gs pos="9000">
                <a:srgbClr val="E349BB">
                  <a:alpha val="61961"/>
                </a:srgbClr>
              </a:gs>
              <a:gs pos="99000">
                <a:srgbClr val="92248E"/>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53912" y="475488"/>
            <a:ext cx="5440680" cy="1197864"/>
          </a:xfrm>
        </p:spPr>
        <p:txBody>
          <a:bodyPr anchor="b"/>
          <a:lstStyle/>
          <a:p>
            <a:r>
              <a:rPr lang="en-US" dirty="0"/>
              <a:t>Click to edit Master title style</a:t>
            </a:r>
          </a:p>
        </p:txBody>
      </p:sp>
      <p:sp>
        <p:nvSpPr>
          <p:cNvPr id="16" name="Footer Placeholder 15">
            <a:extLst>
              <a:ext uri="{FF2B5EF4-FFF2-40B4-BE49-F238E27FC236}">
                <a16:creationId xmlns:a16="http://schemas.microsoft.com/office/drawing/2014/main" id="{4567FAE1-288E-FD4A-3F64-DC3B7101D933}"/>
              </a:ext>
            </a:extLst>
          </p:cNvPr>
          <p:cNvSpPr>
            <a:spLocks noGrp="1"/>
          </p:cNvSpPr>
          <p:nvPr>
            <p:ph type="ftr" sz="quarter" idx="17"/>
          </p:nvPr>
        </p:nvSpPr>
        <p:spPr/>
        <p:txBody>
          <a:bodyPr/>
          <a:lstStyle/>
          <a:p>
            <a:r>
              <a:rPr lang="en-US"/>
              <a:t>Sample Footer Text</a:t>
            </a:r>
          </a:p>
        </p:txBody>
      </p:sp>
      <p:sp>
        <p:nvSpPr>
          <p:cNvPr id="11" name="Picture Placeholder 10">
            <a:extLst>
              <a:ext uri="{FF2B5EF4-FFF2-40B4-BE49-F238E27FC236}">
                <a16:creationId xmlns:a16="http://schemas.microsoft.com/office/drawing/2014/main" id="{C7A5FBC8-9F7C-5DDE-5C2A-6D231CC88D55}"/>
              </a:ext>
            </a:extLst>
          </p:cNvPr>
          <p:cNvSpPr>
            <a:spLocks noGrp="1"/>
          </p:cNvSpPr>
          <p:nvPr>
            <p:ph type="pic" sz="quarter" idx="15" hasCustomPrompt="1"/>
          </p:nvPr>
        </p:nvSpPr>
        <p:spPr>
          <a:xfrm>
            <a:off x="603504" y="603504"/>
            <a:ext cx="4643816" cy="5202936"/>
          </a:xfrm>
          <a:blipFill>
            <a:blip r:embed="rId2">
              <a:alphaModFix amt="70000"/>
            </a:blip>
            <a:stretch>
              <a:fillRect/>
            </a:stretch>
          </a:blipFill>
        </p:spPr>
        <p:txBody>
          <a:bodyPr/>
          <a:lstStyle>
            <a:lvl1pPr marL="0" indent="0">
              <a:buNone/>
              <a:defRPr/>
            </a:lvl1pPr>
          </a:lstStyle>
          <a:p>
            <a:r>
              <a:rPr lang="en-US" dirty="0"/>
              <a:t>.</a:t>
            </a:r>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6153912" y="1856232"/>
            <a:ext cx="5440680" cy="4005072"/>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Date Placeholder 14">
            <a:extLst>
              <a:ext uri="{FF2B5EF4-FFF2-40B4-BE49-F238E27FC236}">
                <a16:creationId xmlns:a16="http://schemas.microsoft.com/office/drawing/2014/main" id="{35913992-B8EA-FD20-FD4D-5B72B7A440D1}"/>
              </a:ext>
            </a:extLst>
          </p:cNvPr>
          <p:cNvSpPr>
            <a:spLocks noGrp="1"/>
          </p:cNvSpPr>
          <p:nvPr>
            <p:ph type="dt" sz="half" idx="16"/>
          </p:nvPr>
        </p:nvSpPr>
        <p:spPr/>
        <p:txBody>
          <a:bodyPr/>
          <a:lstStyle/>
          <a:p>
            <a:fld id="{CD5DF956-88B4-4B11-B70D-3316C48FAF0D}" type="datetime2">
              <a:rPr lang="en-US" smtClean="0"/>
              <a:t>Monday, January 5, 2026</a:t>
            </a:fld>
            <a:endParaRPr lang="en-US"/>
          </a:p>
        </p:txBody>
      </p:sp>
      <p:sp>
        <p:nvSpPr>
          <p:cNvPr id="17" name="Slide Number Placeholder 16">
            <a:extLst>
              <a:ext uri="{FF2B5EF4-FFF2-40B4-BE49-F238E27FC236}">
                <a16:creationId xmlns:a16="http://schemas.microsoft.com/office/drawing/2014/main" id="{D5201357-21DD-EA1C-08A2-FA2DAB225074}"/>
              </a:ext>
            </a:extLst>
          </p:cNvPr>
          <p:cNvSpPr>
            <a:spLocks noGrp="1"/>
          </p:cNvSpPr>
          <p:nvPr>
            <p:ph type="sldNum" sz="quarter" idx="18"/>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298638436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Title, Content Photo 5">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58205052-C3B6-6D2C-A5A8-3EFDF993E71B}"/>
              </a:ext>
            </a:extLst>
          </p:cNvPr>
          <p:cNvSpPr/>
          <p:nvPr/>
        </p:nvSpPr>
        <p:spPr>
          <a:xfrm>
            <a:off x="0" y="0"/>
            <a:ext cx="12192000" cy="6858000"/>
          </a:xfrm>
          <a:prstGeom prst="rect">
            <a:avLst/>
          </a:prstGeom>
          <a:solidFill>
            <a:srgbClr val="FFFFFF"/>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981E3123-7D9E-2A08-F196-CDF340945D9D}"/>
              </a:ext>
            </a:extLst>
          </p:cNvPr>
          <p:cNvSpPr/>
          <p:nvPr/>
        </p:nvSpPr>
        <p:spPr>
          <a:xfrm rot="10800000" flipH="1">
            <a:off x="0" y="6400798"/>
            <a:ext cx="12192000" cy="457202"/>
          </a:xfrm>
          <a:prstGeom prst="rect">
            <a:avLst/>
          </a:prstGeom>
          <a:gradFill>
            <a:gsLst>
              <a:gs pos="25000">
                <a:srgbClr val="FE4A00">
                  <a:alpha val="66667"/>
                </a:srgbClr>
              </a:gs>
              <a:gs pos="100000">
                <a:srgbClr val="DA002F">
                  <a:alpha val="84706"/>
                </a:srgb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7FF22AD7-5E04-F73B-69E6-5FA92F998C90}"/>
              </a:ext>
            </a:extLst>
          </p:cNvPr>
          <p:cNvSpPr/>
          <p:nvPr/>
        </p:nvSpPr>
        <p:spPr>
          <a:xfrm flipH="1">
            <a:off x="7284615" y="6400799"/>
            <a:ext cx="4907382" cy="456772"/>
          </a:xfrm>
          <a:prstGeom prst="rect">
            <a:avLst/>
          </a:prstGeom>
          <a:gradFill>
            <a:gsLst>
              <a:gs pos="9000">
                <a:srgbClr val="E349BB">
                  <a:alpha val="61961"/>
                </a:srgbClr>
              </a:gs>
              <a:gs pos="99000">
                <a:srgbClr val="92248E"/>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174736" y="475488"/>
            <a:ext cx="3401568" cy="1197864"/>
          </a:xfrm>
        </p:spPr>
        <p:txBody>
          <a:bodyPr anchor="b"/>
          <a:lstStyle/>
          <a:p>
            <a:r>
              <a:rPr lang="en-US" dirty="0"/>
              <a:t>Click to edit Master title style</a:t>
            </a:r>
          </a:p>
        </p:txBody>
      </p:sp>
      <p:sp>
        <p:nvSpPr>
          <p:cNvPr id="12" name="Footer Placeholder 11">
            <a:extLst>
              <a:ext uri="{FF2B5EF4-FFF2-40B4-BE49-F238E27FC236}">
                <a16:creationId xmlns:a16="http://schemas.microsoft.com/office/drawing/2014/main" id="{B6E8A78A-1F40-EF49-1E08-D6397550623A}"/>
              </a:ext>
            </a:extLst>
          </p:cNvPr>
          <p:cNvSpPr>
            <a:spLocks noGrp="1"/>
          </p:cNvSpPr>
          <p:nvPr>
            <p:ph type="ftr" sz="quarter" idx="17"/>
          </p:nvPr>
        </p:nvSpPr>
        <p:spPr/>
        <p:txBody>
          <a:bodyPr/>
          <a:lstStyle/>
          <a:p>
            <a:r>
              <a:rPr lang="en-US"/>
              <a:t>Sample Footer Text</a:t>
            </a:r>
          </a:p>
        </p:txBody>
      </p:sp>
      <p:sp>
        <p:nvSpPr>
          <p:cNvPr id="10" name="Picture Placeholder 9">
            <a:extLst>
              <a:ext uri="{FF2B5EF4-FFF2-40B4-BE49-F238E27FC236}">
                <a16:creationId xmlns:a16="http://schemas.microsoft.com/office/drawing/2014/main" id="{7DC519FC-A3E9-4C11-0C12-6C530C7375C1}"/>
              </a:ext>
            </a:extLst>
          </p:cNvPr>
          <p:cNvSpPr>
            <a:spLocks noGrp="1"/>
          </p:cNvSpPr>
          <p:nvPr>
            <p:ph type="pic" sz="quarter" idx="15" hasCustomPrompt="1"/>
          </p:nvPr>
        </p:nvSpPr>
        <p:spPr>
          <a:xfrm>
            <a:off x="603504" y="603504"/>
            <a:ext cx="6681111" cy="5202936"/>
          </a:xfrm>
          <a:blipFill>
            <a:blip r:embed="rId2">
              <a:alphaModFix amt="70000"/>
            </a:blip>
            <a:stretch>
              <a:fillRect/>
            </a:stretch>
          </a:blipFill>
        </p:spPr>
        <p:txBody>
          <a:bodyPr/>
          <a:lstStyle>
            <a:lvl1pPr marL="0" indent="0">
              <a:buNone/>
              <a:defRPr/>
            </a:lvl1pPr>
          </a:lstStyle>
          <a:p>
            <a:r>
              <a:rPr lang="en-US" dirty="0"/>
              <a:t>.</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174736" y="1856232"/>
            <a:ext cx="3401568" cy="4041648"/>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Date Placeholder 10">
            <a:extLst>
              <a:ext uri="{FF2B5EF4-FFF2-40B4-BE49-F238E27FC236}">
                <a16:creationId xmlns:a16="http://schemas.microsoft.com/office/drawing/2014/main" id="{D89D3850-0B82-7481-3C6F-0BDFA5DB5578}"/>
              </a:ext>
            </a:extLst>
          </p:cNvPr>
          <p:cNvSpPr>
            <a:spLocks noGrp="1"/>
          </p:cNvSpPr>
          <p:nvPr>
            <p:ph type="dt" sz="half" idx="16"/>
          </p:nvPr>
        </p:nvSpPr>
        <p:spPr/>
        <p:txBody>
          <a:bodyPr/>
          <a:lstStyle/>
          <a:p>
            <a:fld id="{9AB004D8-8BA8-480E-9129-E735C18CC49D}" type="datetime2">
              <a:rPr lang="en-US" smtClean="0"/>
              <a:t>Monday, January 5, 2026</a:t>
            </a:fld>
            <a:endParaRPr lang="en-US"/>
          </a:p>
        </p:txBody>
      </p:sp>
      <p:sp>
        <p:nvSpPr>
          <p:cNvPr id="13" name="Slide Number Placeholder 12">
            <a:extLst>
              <a:ext uri="{FF2B5EF4-FFF2-40B4-BE49-F238E27FC236}">
                <a16:creationId xmlns:a16="http://schemas.microsoft.com/office/drawing/2014/main" id="{64DFD1F8-B2A4-E3EB-CFCC-88A8CB48722E}"/>
              </a:ext>
            </a:extLst>
          </p:cNvPr>
          <p:cNvSpPr>
            <a:spLocks noGrp="1"/>
          </p:cNvSpPr>
          <p:nvPr>
            <p:ph type="sldNum" sz="quarter" idx="18"/>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202987090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Title, Content Photo 6">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6EF18C7C-1969-9C01-D038-301F240DE5F0}"/>
              </a:ext>
            </a:extLst>
          </p:cNvPr>
          <p:cNvSpPr/>
          <p:nvPr/>
        </p:nvSpPr>
        <p:spPr>
          <a:xfrm>
            <a:off x="0" y="0"/>
            <a:ext cx="12192000" cy="6858000"/>
          </a:xfrm>
          <a:prstGeom prst="rect">
            <a:avLst/>
          </a:prstGeom>
          <a:solidFill>
            <a:srgbClr val="FFFFFF"/>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5B92EA85-E779-E444-F045-AF74D3205F21}"/>
              </a:ext>
            </a:extLst>
          </p:cNvPr>
          <p:cNvSpPr/>
          <p:nvPr/>
        </p:nvSpPr>
        <p:spPr>
          <a:xfrm flipH="1">
            <a:off x="0" y="6406116"/>
            <a:ext cx="12191998" cy="461774"/>
          </a:xfrm>
          <a:prstGeom prst="rect">
            <a:avLst/>
          </a:prstGeom>
          <a:gradFill>
            <a:gsLst>
              <a:gs pos="0">
                <a:srgbClr val="DA002F"/>
              </a:gs>
              <a:gs pos="100000">
                <a:srgbClr val="D861D4">
                  <a:alpha val="58824"/>
                </a:srgbClr>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DBB930F6-9FDA-0841-96E2-360254453D93}"/>
              </a:ext>
            </a:extLst>
          </p:cNvPr>
          <p:cNvSpPr/>
          <p:nvPr/>
        </p:nvSpPr>
        <p:spPr>
          <a:xfrm flipH="1">
            <a:off x="7562434" y="6406116"/>
            <a:ext cx="4629564" cy="461774"/>
          </a:xfrm>
          <a:prstGeom prst="rect">
            <a:avLst/>
          </a:prstGeom>
          <a:gradFill>
            <a:gsLst>
              <a:gs pos="19000">
                <a:srgbClr val="FF411C">
                  <a:alpha val="60784"/>
                </a:srgbClr>
              </a:gs>
              <a:gs pos="99000">
                <a:srgbClr val="FF907A">
                  <a:alpha val="86667"/>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40080" y="704087"/>
            <a:ext cx="2907792" cy="2377440"/>
          </a:xfrm>
        </p:spPr>
        <p:txBody>
          <a:bodyPr anchor="t"/>
          <a:lstStyle/>
          <a:p>
            <a:r>
              <a:rPr lang="en-US" dirty="0"/>
              <a:t>Click to edit Master title style</a:t>
            </a:r>
          </a:p>
        </p:txBody>
      </p:sp>
      <p:sp>
        <p:nvSpPr>
          <p:cNvPr id="12" name="Footer Placeholder 11">
            <a:extLst>
              <a:ext uri="{FF2B5EF4-FFF2-40B4-BE49-F238E27FC236}">
                <a16:creationId xmlns:a16="http://schemas.microsoft.com/office/drawing/2014/main" id="{B6E8A78A-1F40-EF49-1E08-D6397550623A}"/>
              </a:ext>
            </a:extLst>
          </p:cNvPr>
          <p:cNvSpPr>
            <a:spLocks noGrp="1"/>
          </p:cNvSpPr>
          <p:nvPr>
            <p:ph type="ftr" sz="quarter" idx="17"/>
          </p:nvPr>
        </p:nvSpPr>
        <p:spPr/>
        <p:txBody>
          <a:bodyPr/>
          <a:lstStyle/>
          <a:p>
            <a:r>
              <a:rPr lang="en-US"/>
              <a:t>Sample Footer Text</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4023360" y="704088"/>
            <a:ext cx="2843784" cy="5111496"/>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Picture Placeholder 9">
            <a:extLst>
              <a:ext uri="{FF2B5EF4-FFF2-40B4-BE49-F238E27FC236}">
                <a16:creationId xmlns:a16="http://schemas.microsoft.com/office/drawing/2014/main" id="{7DC519FC-A3E9-4C11-0C12-6C530C7375C1}"/>
              </a:ext>
            </a:extLst>
          </p:cNvPr>
          <p:cNvSpPr>
            <a:spLocks noGrp="1"/>
          </p:cNvSpPr>
          <p:nvPr>
            <p:ph type="pic" sz="quarter" idx="15" hasCustomPrompt="1"/>
          </p:nvPr>
        </p:nvSpPr>
        <p:spPr>
          <a:xfrm>
            <a:off x="7562436" y="0"/>
            <a:ext cx="4629564" cy="6409944"/>
          </a:xfrm>
          <a:blipFill>
            <a:blip r:embed="rId2">
              <a:alphaModFix amt="70000"/>
            </a:blip>
            <a:stretch>
              <a:fillRect/>
            </a:stretch>
          </a:blipFill>
        </p:spPr>
        <p:txBody>
          <a:bodyPr/>
          <a:lstStyle>
            <a:lvl1pPr marL="0" indent="0">
              <a:buNone/>
              <a:defRPr/>
            </a:lvl1pPr>
          </a:lstStyle>
          <a:p>
            <a:r>
              <a:rPr lang="en-US" dirty="0"/>
              <a:t>.</a:t>
            </a:r>
          </a:p>
        </p:txBody>
      </p:sp>
      <p:sp>
        <p:nvSpPr>
          <p:cNvPr id="11" name="Date Placeholder 10">
            <a:extLst>
              <a:ext uri="{FF2B5EF4-FFF2-40B4-BE49-F238E27FC236}">
                <a16:creationId xmlns:a16="http://schemas.microsoft.com/office/drawing/2014/main" id="{D89D3850-0B82-7481-3C6F-0BDFA5DB5578}"/>
              </a:ext>
            </a:extLst>
          </p:cNvPr>
          <p:cNvSpPr>
            <a:spLocks noGrp="1"/>
          </p:cNvSpPr>
          <p:nvPr>
            <p:ph type="dt" sz="half" idx="16"/>
          </p:nvPr>
        </p:nvSpPr>
        <p:spPr/>
        <p:txBody>
          <a:bodyPr/>
          <a:lstStyle/>
          <a:p>
            <a:fld id="{D4A58DCA-69A1-40C7-8F11-9BD47CD4C934}" type="datetime2">
              <a:rPr lang="en-US" smtClean="0"/>
              <a:t>Monday, January 5, 2026</a:t>
            </a:fld>
            <a:endParaRPr lang="en-US"/>
          </a:p>
        </p:txBody>
      </p:sp>
      <p:sp>
        <p:nvSpPr>
          <p:cNvPr id="13" name="Slide Number Placeholder 12">
            <a:extLst>
              <a:ext uri="{FF2B5EF4-FFF2-40B4-BE49-F238E27FC236}">
                <a16:creationId xmlns:a16="http://schemas.microsoft.com/office/drawing/2014/main" id="{64DFD1F8-B2A4-E3EB-CFCC-88A8CB48722E}"/>
              </a:ext>
            </a:extLst>
          </p:cNvPr>
          <p:cNvSpPr>
            <a:spLocks noGrp="1"/>
          </p:cNvSpPr>
          <p:nvPr>
            <p:ph type="sldNum" sz="quarter" idx="18"/>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300458327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Title, Content Photo 7">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6EF18C7C-1969-9C01-D038-301F240DE5F0}"/>
              </a:ext>
            </a:extLst>
          </p:cNvPr>
          <p:cNvSpPr/>
          <p:nvPr/>
        </p:nvSpPr>
        <p:spPr>
          <a:xfrm>
            <a:off x="0" y="0"/>
            <a:ext cx="12192000" cy="6858000"/>
          </a:xfrm>
          <a:prstGeom prst="rect">
            <a:avLst/>
          </a:prstGeom>
          <a:solidFill>
            <a:srgbClr val="FFFFFF"/>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5B92EA85-E779-E444-F045-AF74D3205F21}"/>
              </a:ext>
            </a:extLst>
          </p:cNvPr>
          <p:cNvSpPr/>
          <p:nvPr/>
        </p:nvSpPr>
        <p:spPr>
          <a:xfrm flipH="1">
            <a:off x="0" y="6406116"/>
            <a:ext cx="12191998" cy="461774"/>
          </a:xfrm>
          <a:prstGeom prst="rect">
            <a:avLst/>
          </a:prstGeom>
          <a:gradFill>
            <a:gsLst>
              <a:gs pos="0">
                <a:srgbClr val="DA002F"/>
              </a:gs>
              <a:gs pos="100000">
                <a:srgbClr val="D861D4">
                  <a:alpha val="58824"/>
                </a:srgbClr>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DBB930F6-9FDA-0841-96E2-360254453D93}"/>
              </a:ext>
            </a:extLst>
          </p:cNvPr>
          <p:cNvSpPr/>
          <p:nvPr/>
        </p:nvSpPr>
        <p:spPr>
          <a:xfrm flipH="1">
            <a:off x="8305800" y="6406116"/>
            <a:ext cx="3886200" cy="461774"/>
          </a:xfrm>
          <a:prstGeom prst="rect">
            <a:avLst/>
          </a:prstGeom>
          <a:gradFill>
            <a:gsLst>
              <a:gs pos="19000">
                <a:srgbClr val="FF411C">
                  <a:alpha val="60784"/>
                </a:srgbClr>
              </a:gs>
              <a:gs pos="99000">
                <a:srgbClr val="FF907A">
                  <a:alpha val="86667"/>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40080" y="704088"/>
            <a:ext cx="2907792" cy="2377440"/>
          </a:xfrm>
        </p:spPr>
        <p:txBody>
          <a:bodyPr anchor="t"/>
          <a:lstStyle/>
          <a:p>
            <a:r>
              <a:rPr lang="en-US" dirty="0"/>
              <a:t>Click to edit Master title style</a:t>
            </a:r>
          </a:p>
        </p:txBody>
      </p:sp>
      <p:sp>
        <p:nvSpPr>
          <p:cNvPr id="12" name="Footer Placeholder 11">
            <a:extLst>
              <a:ext uri="{FF2B5EF4-FFF2-40B4-BE49-F238E27FC236}">
                <a16:creationId xmlns:a16="http://schemas.microsoft.com/office/drawing/2014/main" id="{B6E8A78A-1F40-EF49-1E08-D6397550623A}"/>
              </a:ext>
            </a:extLst>
          </p:cNvPr>
          <p:cNvSpPr>
            <a:spLocks noGrp="1"/>
          </p:cNvSpPr>
          <p:nvPr>
            <p:ph type="ftr" sz="quarter" idx="17"/>
          </p:nvPr>
        </p:nvSpPr>
        <p:spPr/>
        <p:txBody>
          <a:bodyPr/>
          <a:lstStyle/>
          <a:p>
            <a:r>
              <a:rPr lang="en-US"/>
              <a:t>Sample Footer Text</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4023360" y="704088"/>
            <a:ext cx="3776472" cy="5347704"/>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Picture Placeholder 9">
            <a:extLst>
              <a:ext uri="{FF2B5EF4-FFF2-40B4-BE49-F238E27FC236}">
                <a16:creationId xmlns:a16="http://schemas.microsoft.com/office/drawing/2014/main" id="{7DC519FC-A3E9-4C11-0C12-6C530C7375C1}"/>
              </a:ext>
            </a:extLst>
          </p:cNvPr>
          <p:cNvSpPr>
            <a:spLocks noGrp="1"/>
          </p:cNvSpPr>
          <p:nvPr>
            <p:ph type="pic" sz="quarter" idx="15" hasCustomPrompt="1"/>
          </p:nvPr>
        </p:nvSpPr>
        <p:spPr>
          <a:xfrm>
            <a:off x="8305800" y="0"/>
            <a:ext cx="3886200" cy="6406116"/>
          </a:xfrm>
          <a:blipFill>
            <a:blip r:embed="rId2">
              <a:alphaModFix amt="70000"/>
            </a:blip>
            <a:stretch>
              <a:fillRect/>
            </a:stretch>
          </a:blipFill>
        </p:spPr>
        <p:txBody>
          <a:bodyPr/>
          <a:lstStyle>
            <a:lvl1pPr marL="0" indent="0">
              <a:buNone/>
              <a:defRPr/>
            </a:lvl1pPr>
          </a:lstStyle>
          <a:p>
            <a:r>
              <a:rPr lang="en-US" dirty="0"/>
              <a:t>.</a:t>
            </a:r>
          </a:p>
        </p:txBody>
      </p:sp>
      <p:sp>
        <p:nvSpPr>
          <p:cNvPr id="11" name="Date Placeholder 10">
            <a:extLst>
              <a:ext uri="{FF2B5EF4-FFF2-40B4-BE49-F238E27FC236}">
                <a16:creationId xmlns:a16="http://schemas.microsoft.com/office/drawing/2014/main" id="{D89D3850-0B82-7481-3C6F-0BDFA5DB5578}"/>
              </a:ext>
            </a:extLst>
          </p:cNvPr>
          <p:cNvSpPr>
            <a:spLocks noGrp="1"/>
          </p:cNvSpPr>
          <p:nvPr>
            <p:ph type="dt" sz="half" idx="16"/>
          </p:nvPr>
        </p:nvSpPr>
        <p:spPr/>
        <p:txBody>
          <a:bodyPr/>
          <a:lstStyle/>
          <a:p>
            <a:fld id="{33DFD5A6-3F5B-4C93-83C0-9BE650DA7164}" type="datetime2">
              <a:rPr lang="en-US" smtClean="0"/>
              <a:t>Monday, January 5, 2026</a:t>
            </a:fld>
            <a:endParaRPr lang="en-US"/>
          </a:p>
        </p:txBody>
      </p:sp>
      <p:sp>
        <p:nvSpPr>
          <p:cNvPr id="13" name="Slide Number Placeholder 12">
            <a:extLst>
              <a:ext uri="{FF2B5EF4-FFF2-40B4-BE49-F238E27FC236}">
                <a16:creationId xmlns:a16="http://schemas.microsoft.com/office/drawing/2014/main" id="{64DFD1F8-B2A4-E3EB-CFCC-88A8CB48722E}"/>
              </a:ext>
            </a:extLst>
          </p:cNvPr>
          <p:cNvSpPr>
            <a:spLocks noGrp="1"/>
          </p:cNvSpPr>
          <p:nvPr>
            <p:ph type="sldNum" sz="quarter" idx="18"/>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1331468447"/>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Title, Content Photo 8">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AE270C72-937F-4EEB-59FB-6FC29DF45701}"/>
              </a:ext>
            </a:extLst>
          </p:cNvPr>
          <p:cNvSpPr/>
          <p:nvPr/>
        </p:nvSpPr>
        <p:spPr>
          <a:xfrm>
            <a:off x="0" y="0"/>
            <a:ext cx="12192000" cy="6858000"/>
          </a:xfrm>
          <a:prstGeom prst="rect">
            <a:avLst/>
          </a:prstGeom>
          <a:solidFill>
            <a:srgbClr val="FFFFFF"/>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4DBABC61-0C94-EB2C-729D-13A2A74C04A2}"/>
              </a:ext>
            </a:extLst>
          </p:cNvPr>
          <p:cNvSpPr/>
          <p:nvPr/>
        </p:nvSpPr>
        <p:spPr>
          <a:xfrm flipH="1">
            <a:off x="0" y="6406116"/>
            <a:ext cx="12191998" cy="461774"/>
          </a:xfrm>
          <a:prstGeom prst="rect">
            <a:avLst/>
          </a:prstGeom>
          <a:gradFill>
            <a:gsLst>
              <a:gs pos="0">
                <a:srgbClr val="DA002F"/>
              </a:gs>
              <a:gs pos="100000">
                <a:srgbClr val="D861D4">
                  <a:alpha val="58824"/>
                </a:srgbClr>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1FF3E17B-3D55-4567-37F8-1842ADBFD144}"/>
              </a:ext>
            </a:extLst>
          </p:cNvPr>
          <p:cNvSpPr/>
          <p:nvPr/>
        </p:nvSpPr>
        <p:spPr>
          <a:xfrm flipH="1">
            <a:off x="5029200" y="6406116"/>
            <a:ext cx="7162798" cy="461774"/>
          </a:xfrm>
          <a:prstGeom prst="rect">
            <a:avLst/>
          </a:prstGeom>
          <a:gradFill>
            <a:gsLst>
              <a:gs pos="19000">
                <a:srgbClr val="FF411C">
                  <a:alpha val="60784"/>
                </a:srgbClr>
              </a:gs>
              <a:gs pos="99000">
                <a:srgbClr val="FF907A">
                  <a:alpha val="86667"/>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0" y="923544"/>
            <a:ext cx="3840480" cy="2505456"/>
          </a:xfrm>
        </p:spPr>
        <p:txBody>
          <a:bodyPr anchor="b"/>
          <a:lstStyle>
            <a:lvl1pPr algn="r">
              <a:defRPr/>
            </a:lvl1pPr>
          </a:lstStyle>
          <a:p>
            <a:r>
              <a:rPr lang="en-US" dirty="0"/>
              <a:t>Click to edit Master title style</a:t>
            </a:r>
          </a:p>
        </p:txBody>
      </p:sp>
      <p:sp>
        <p:nvSpPr>
          <p:cNvPr id="9" name="Footer Placeholder 8">
            <a:extLst>
              <a:ext uri="{FF2B5EF4-FFF2-40B4-BE49-F238E27FC236}">
                <a16:creationId xmlns:a16="http://schemas.microsoft.com/office/drawing/2014/main" id="{E44DBEB0-C6B6-5CB8-ABF9-1B2039BB0E59}"/>
              </a:ext>
            </a:extLst>
          </p:cNvPr>
          <p:cNvSpPr>
            <a:spLocks noGrp="1"/>
          </p:cNvSpPr>
          <p:nvPr>
            <p:ph type="ftr" sz="quarter" idx="16"/>
          </p:nvPr>
        </p:nvSpPr>
        <p:spPr/>
        <p:txBody>
          <a:bodyPr/>
          <a:lstStyle/>
          <a:p>
            <a:r>
              <a:rPr lang="en-US"/>
              <a:t>Sample Footer Text</a:t>
            </a:r>
          </a:p>
        </p:txBody>
      </p:sp>
      <p:sp>
        <p:nvSpPr>
          <p:cNvPr id="12" name="Picture Placeholder 11">
            <a:extLst>
              <a:ext uri="{FF2B5EF4-FFF2-40B4-BE49-F238E27FC236}">
                <a16:creationId xmlns:a16="http://schemas.microsoft.com/office/drawing/2014/main" id="{4FFF810E-C78F-40FB-2AAF-2EF21D0EC3A2}"/>
              </a:ext>
            </a:extLst>
          </p:cNvPr>
          <p:cNvSpPr>
            <a:spLocks noGrp="1"/>
          </p:cNvSpPr>
          <p:nvPr>
            <p:ph type="pic" sz="quarter" idx="18" hasCustomPrompt="1"/>
          </p:nvPr>
        </p:nvSpPr>
        <p:spPr>
          <a:xfrm>
            <a:off x="5065776" y="0"/>
            <a:ext cx="6135624" cy="3291840"/>
          </a:xfrm>
          <a:blipFill>
            <a:blip r:embed="rId2">
              <a:alphaModFix amt="70000"/>
            </a:blip>
            <a:stretch>
              <a:fillRect/>
            </a:stretch>
          </a:blipFill>
        </p:spPr>
        <p:txBody>
          <a:bodyPr/>
          <a:lstStyle>
            <a:lvl1pPr marL="0" indent="0">
              <a:buNone/>
              <a:defRPr/>
            </a:lvl1pPr>
          </a:lstStyle>
          <a:p>
            <a:r>
              <a:rPr lang="en-US" dirty="0"/>
              <a:t>.</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5029200" y="3511295"/>
            <a:ext cx="6172200" cy="2606283"/>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Date Placeholder 2">
            <a:extLst>
              <a:ext uri="{FF2B5EF4-FFF2-40B4-BE49-F238E27FC236}">
                <a16:creationId xmlns:a16="http://schemas.microsoft.com/office/drawing/2014/main" id="{397A2D71-C1A3-7AD4-8B7D-05B964D2B9E6}"/>
              </a:ext>
            </a:extLst>
          </p:cNvPr>
          <p:cNvSpPr>
            <a:spLocks noGrp="1"/>
          </p:cNvSpPr>
          <p:nvPr>
            <p:ph type="dt" sz="half" idx="15"/>
          </p:nvPr>
        </p:nvSpPr>
        <p:spPr/>
        <p:txBody>
          <a:bodyPr/>
          <a:lstStyle/>
          <a:p>
            <a:fld id="{CDFE0BFE-5A09-4B35-B85E-8253DEA6CAA6}" type="datetime2">
              <a:rPr lang="en-US" smtClean="0"/>
              <a:t>Monday, January 5, 2026</a:t>
            </a:fld>
            <a:endParaRPr lang="en-US"/>
          </a:p>
        </p:txBody>
      </p:sp>
      <p:sp>
        <p:nvSpPr>
          <p:cNvPr id="10" name="Slide Number Placeholder 9">
            <a:extLst>
              <a:ext uri="{FF2B5EF4-FFF2-40B4-BE49-F238E27FC236}">
                <a16:creationId xmlns:a16="http://schemas.microsoft.com/office/drawing/2014/main" id="{0776449E-1F63-DCB9-E493-5C6901BE3C26}"/>
              </a:ext>
            </a:extLst>
          </p:cNvPr>
          <p:cNvSpPr>
            <a:spLocks noGrp="1"/>
          </p:cNvSpPr>
          <p:nvPr>
            <p:ph type="sldNum" sz="quarter" idx="17"/>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2122238291"/>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Title, Content Photo 9">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82016717-EA73-3C76-64BF-8AA29BC563AE}"/>
              </a:ext>
            </a:extLst>
          </p:cNvPr>
          <p:cNvSpPr/>
          <p:nvPr/>
        </p:nvSpPr>
        <p:spPr>
          <a:xfrm>
            <a:off x="0" y="0"/>
            <a:ext cx="12192000" cy="6858000"/>
          </a:xfrm>
          <a:prstGeom prst="rect">
            <a:avLst/>
          </a:prstGeom>
          <a:solidFill>
            <a:srgbClr val="FFFFFF"/>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30460BC6-378A-8F4F-1D44-FA6677F92D4E}"/>
              </a:ext>
            </a:extLst>
          </p:cNvPr>
          <p:cNvSpPr/>
          <p:nvPr/>
        </p:nvSpPr>
        <p:spPr>
          <a:xfrm flipH="1">
            <a:off x="0" y="6406116"/>
            <a:ext cx="12191998" cy="461774"/>
          </a:xfrm>
          <a:prstGeom prst="rect">
            <a:avLst/>
          </a:prstGeom>
          <a:gradFill>
            <a:gsLst>
              <a:gs pos="0">
                <a:srgbClr val="DA002F"/>
              </a:gs>
              <a:gs pos="100000">
                <a:srgbClr val="D861D4">
                  <a:alpha val="58824"/>
                </a:srgbClr>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A4AC97FE-4F82-FCF7-08CC-137F322BADB5}"/>
              </a:ext>
            </a:extLst>
          </p:cNvPr>
          <p:cNvSpPr/>
          <p:nvPr/>
        </p:nvSpPr>
        <p:spPr>
          <a:xfrm flipH="1">
            <a:off x="5029200" y="6406116"/>
            <a:ext cx="7162798" cy="461774"/>
          </a:xfrm>
          <a:prstGeom prst="rect">
            <a:avLst/>
          </a:prstGeom>
          <a:gradFill>
            <a:gsLst>
              <a:gs pos="19000">
                <a:srgbClr val="FF411C">
                  <a:alpha val="60784"/>
                </a:srgbClr>
              </a:gs>
              <a:gs pos="99000">
                <a:srgbClr val="FF907A">
                  <a:alpha val="86667"/>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024128" y="932688"/>
            <a:ext cx="3392424" cy="3182112"/>
          </a:xfrm>
        </p:spPr>
        <p:txBody>
          <a:bodyPr anchor="b"/>
          <a:lstStyle>
            <a:lvl1pPr algn="r">
              <a:defRPr/>
            </a:lvl1pPr>
          </a:lstStyle>
          <a:p>
            <a:r>
              <a:rPr lang="en-US" dirty="0"/>
              <a:t>Click to edit Master title style</a:t>
            </a:r>
          </a:p>
        </p:txBody>
      </p:sp>
      <p:sp>
        <p:nvSpPr>
          <p:cNvPr id="9" name="Footer Placeholder 8">
            <a:extLst>
              <a:ext uri="{FF2B5EF4-FFF2-40B4-BE49-F238E27FC236}">
                <a16:creationId xmlns:a16="http://schemas.microsoft.com/office/drawing/2014/main" id="{E44DBEB0-C6B6-5CB8-ABF9-1B2039BB0E59}"/>
              </a:ext>
            </a:extLst>
          </p:cNvPr>
          <p:cNvSpPr>
            <a:spLocks noGrp="1"/>
          </p:cNvSpPr>
          <p:nvPr>
            <p:ph type="ftr" sz="quarter" idx="16"/>
          </p:nvPr>
        </p:nvSpPr>
        <p:spPr/>
        <p:txBody>
          <a:bodyPr/>
          <a:lstStyle/>
          <a:p>
            <a:r>
              <a:rPr lang="en-US"/>
              <a:t>Sample Footer Text</a:t>
            </a:r>
          </a:p>
        </p:txBody>
      </p:sp>
      <p:sp>
        <p:nvSpPr>
          <p:cNvPr id="12" name="Picture Placeholder 11">
            <a:extLst>
              <a:ext uri="{FF2B5EF4-FFF2-40B4-BE49-F238E27FC236}">
                <a16:creationId xmlns:a16="http://schemas.microsoft.com/office/drawing/2014/main" id="{4FFF810E-C78F-40FB-2AAF-2EF21D0EC3A2}"/>
              </a:ext>
            </a:extLst>
          </p:cNvPr>
          <p:cNvSpPr>
            <a:spLocks noGrp="1"/>
          </p:cNvSpPr>
          <p:nvPr>
            <p:ph type="pic" sz="quarter" idx="18" hasCustomPrompt="1"/>
          </p:nvPr>
        </p:nvSpPr>
        <p:spPr>
          <a:xfrm>
            <a:off x="5065776" y="0"/>
            <a:ext cx="6135624" cy="3959352"/>
          </a:xfrm>
          <a:blipFill>
            <a:blip r:embed="rId2">
              <a:alphaModFix amt="70000"/>
            </a:blip>
            <a:stretch>
              <a:fillRect/>
            </a:stretch>
          </a:blipFill>
        </p:spPr>
        <p:txBody>
          <a:bodyPr/>
          <a:lstStyle>
            <a:lvl1pPr marL="0" indent="0">
              <a:buNone/>
              <a:defRPr/>
            </a:lvl1pPr>
          </a:lstStyle>
          <a:p>
            <a:r>
              <a:rPr lang="en-US" dirty="0"/>
              <a:t>.</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5029200" y="4206240"/>
            <a:ext cx="6172200" cy="1645920"/>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Date Placeholder 2">
            <a:extLst>
              <a:ext uri="{FF2B5EF4-FFF2-40B4-BE49-F238E27FC236}">
                <a16:creationId xmlns:a16="http://schemas.microsoft.com/office/drawing/2014/main" id="{397A2D71-C1A3-7AD4-8B7D-05B964D2B9E6}"/>
              </a:ext>
            </a:extLst>
          </p:cNvPr>
          <p:cNvSpPr>
            <a:spLocks noGrp="1"/>
          </p:cNvSpPr>
          <p:nvPr>
            <p:ph type="dt" sz="half" idx="15"/>
          </p:nvPr>
        </p:nvSpPr>
        <p:spPr/>
        <p:txBody>
          <a:bodyPr/>
          <a:lstStyle/>
          <a:p>
            <a:fld id="{E451324D-67C5-4E93-BC3F-7AE321E5F6D8}" type="datetime2">
              <a:rPr lang="en-US" smtClean="0"/>
              <a:t>Monday, January 5, 2026</a:t>
            </a:fld>
            <a:endParaRPr lang="en-US"/>
          </a:p>
        </p:txBody>
      </p:sp>
      <p:sp>
        <p:nvSpPr>
          <p:cNvPr id="10" name="Slide Number Placeholder 9">
            <a:extLst>
              <a:ext uri="{FF2B5EF4-FFF2-40B4-BE49-F238E27FC236}">
                <a16:creationId xmlns:a16="http://schemas.microsoft.com/office/drawing/2014/main" id="{0776449E-1F63-DCB9-E493-5C6901BE3C26}"/>
              </a:ext>
            </a:extLst>
          </p:cNvPr>
          <p:cNvSpPr>
            <a:spLocks noGrp="1"/>
          </p:cNvSpPr>
          <p:nvPr>
            <p:ph type="sldNum" sz="quarter" idx="17"/>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2590251825"/>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Title, Content Photo 10">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55E51A20-2748-7167-D322-21FEFCFAA880}"/>
              </a:ext>
            </a:extLst>
          </p:cNvPr>
          <p:cNvSpPr/>
          <p:nvPr/>
        </p:nvSpPr>
        <p:spPr>
          <a:xfrm>
            <a:off x="0" y="0"/>
            <a:ext cx="12192000" cy="6858000"/>
          </a:xfrm>
          <a:prstGeom prst="rect">
            <a:avLst/>
          </a:prstGeom>
          <a:solidFill>
            <a:srgbClr val="FFFFFF"/>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4CBB6C2A-5CA9-E68C-069E-E0E25559DCC0}"/>
              </a:ext>
            </a:extLst>
          </p:cNvPr>
          <p:cNvSpPr/>
          <p:nvPr/>
        </p:nvSpPr>
        <p:spPr>
          <a:xfrm flipH="1">
            <a:off x="-1" y="6408741"/>
            <a:ext cx="12191998" cy="449259"/>
          </a:xfrm>
          <a:prstGeom prst="rect">
            <a:avLst/>
          </a:prstGeom>
          <a:gradFill>
            <a:gsLst>
              <a:gs pos="34000">
                <a:srgbClr val="FE4A00">
                  <a:alpha val="72941"/>
                </a:srgbClr>
              </a:gs>
              <a:gs pos="100000">
                <a:srgbClr val="DA002F">
                  <a:alpha val="88627"/>
                </a:srgb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1F80550C-DE5E-1065-0630-D03C188FDDD1}"/>
              </a:ext>
            </a:extLst>
          </p:cNvPr>
          <p:cNvSpPr/>
          <p:nvPr/>
        </p:nvSpPr>
        <p:spPr>
          <a:xfrm flipH="1">
            <a:off x="-1" y="6408314"/>
            <a:ext cx="7783998" cy="449686"/>
          </a:xfrm>
          <a:prstGeom prst="rect">
            <a:avLst/>
          </a:prstGeom>
          <a:gradFill>
            <a:gsLst>
              <a:gs pos="0">
                <a:srgbClr val="FD5353">
                  <a:alpha val="54902"/>
                </a:srgbClr>
              </a:gs>
              <a:gs pos="99000">
                <a:srgbClr val="972D8F">
                  <a:alpha val="73000"/>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311896" y="832104"/>
            <a:ext cx="3273552" cy="1947672"/>
          </a:xfrm>
        </p:spPr>
        <p:txBody>
          <a:bodyPr anchor="b"/>
          <a:lstStyle/>
          <a:p>
            <a:r>
              <a:rPr lang="en-US" dirty="0"/>
              <a:t>Click to edit Master title style</a:t>
            </a:r>
          </a:p>
        </p:txBody>
      </p:sp>
      <p:sp>
        <p:nvSpPr>
          <p:cNvPr id="14" name="Picture Placeholder 13">
            <a:extLst>
              <a:ext uri="{FF2B5EF4-FFF2-40B4-BE49-F238E27FC236}">
                <a16:creationId xmlns:a16="http://schemas.microsoft.com/office/drawing/2014/main" id="{446617FE-5546-1330-38DE-729B1DB01C4F}"/>
              </a:ext>
            </a:extLst>
          </p:cNvPr>
          <p:cNvSpPr>
            <a:spLocks noGrp="1"/>
          </p:cNvSpPr>
          <p:nvPr>
            <p:ph type="pic" sz="quarter" idx="18" hasCustomPrompt="1"/>
          </p:nvPr>
        </p:nvSpPr>
        <p:spPr>
          <a:xfrm>
            <a:off x="0" y="-1"/>
            <a:ext cx="7783999" cy="6411311"/>
          </a:xfrm>
          <a:blipFill>
            <a:blip r:embed="rId2">
              <a:alphaModFix amt="70000"/>
            </a:blip>
            <a:stretch>
              <a:fillRect/>
            </a:stretch>
          </a:blipFill>
        </p:spPr>
        <p:txBody>
          <a:bodyPr/>
          <a:lstStyle>
            <a:lvl1pPr marL="0" indent="0">
              <a:buNone/>
              <a:defRPr/>
            </a:lvl1pPr>
          </a:lstStyle>
          <a:p>
            <a:r>
              <a:rPr lang="en-US" dirty="0"/>
              <a:t>.</a:t>
            </a:r>
          </a:p>
        </p:txBody>
      </p:sp>
      <p:sp>
        <p:nvSpPr>
          <p:cNvPr id="11" name="Footer Placeholder 10">
            <a:extLst>
              <a:ext uri="{FF2B5EF4-FFF2-40B4-BE49-F238E27FC236}">
                <a16:creationId xmlns:a16="http://schemas.microsoft.com/office/drawing/2014/main" id="{A9C33D4E-E2BE-E898-8127-4DC0FEE7EF69}"/>
              </a:ext>
            </a:extLst>
          </p:cNvPr>
          <p:cNvSpPr>
            <a:spLocks noGrp="1"/>
          </p:cNvSpPr>
          <p:nvPr>
            <p:ph type="ftr" sz="quarter" idx="16"/>
          </p:nvPr>
        </p:nvSpPr>
        <p:spPr>
          <a:xfrm>
            <a:off x="67056" y="6455664"/>
            <a:ext cx="3557016" cy="365760"/>
          </a:xfrm>
        </p:spPr>
        <p:txBody>
          <a:bodyPr/>
          <a:lstStyle>
            <a:lvl1pPr>
              <a:defRPr>
                <a:solidFill>
                  <a:schemeClr val="bg1"/>
                </a:solidFill>
              </a:defRPr>
            </a:lvl1pPr>
          </a:lstStyle>
          <a:p>
            <a:r>
              <a:rPr lang="en-US"/>
              <a:t>Sample Footer Text</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311896" y="2852928"/>
            <a:ext cx="3273552" cy="2953512"/>
          </a:xfrm>
        </p:spPr>
        <p:txBody>
          <a:bodyPr>
            <a:normAutofit/>
          </a:bodyPr>
          <a:lstStyle>
            <a:lvl1pPr marL="0" indent="0">
              <a:buNone/>
              <a:defRPr sz="1600"/>
            </a:lvl1pPr>
            <a:lvl2pPr marL="228600" indent="0">
              <a:buNone/>
              <a:defRPr sz="1400"/>
            </a:lvl2pPr>
            <a:lvl3pPr marL="457200" indent="0">
              <a:buNone/>
              <a:defRPr sz="1400"/>
            </a:lvl3pPr>
            <a:lvl4pPr marL="685800" indent="0">
              <a:buNone/>
              <a:defRPr sz="1400"/>
            </a:lvl4pPr>
            <a:lvl5pPr marL="914400" indent="0">
              <a:buNone/>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Date Placeholder 9">
            <a:extLst>
              <a:ext uri="{FF2B5EF4-FFF2-40B4-BE49-F238E27FC236}">
                <a16:creationId xmlns:a16="http://schemas.microsoft.com/office/drawing/2014/main" id="{9153B13C-4F7F-491E-137A-C175D2F34347}"/>
              </a:ext>
            </a:extLst>
          </p:cNvPr>
          <p:cNvSpPr>
            <a:spLocks noGrp="1"/>
          </p:cNvSpPr>
          <p:nvPr>
            <p:ph type="dt" sz="half" idx="15"/>
          </p:nvPr>
        </p:nvSpPr>
        <p:spPr/>
        <p:txBody>
          <a:bodyPr/>
          <a:lstStyle/>
          <a:p>
            <a:fld id="{59639FB1-C416-4550-8B7F-818DCA7584C4}" type="datetime2">
              <a:rPr lang="en-US" smtClean="0"/>
              <a:t>Monday, January 5, 2026</a:t>
            </a:fld>
            <a:endParaRPr lang="en-US"/>
          </a:p>
        </p:txBody>
      </p:sp>
      <p:sp>
        <p:nvSpPr>
          <p:cNvPr id="12" name="Slide Number Placeholder 11">
            <a:extLst>
              <a:ext uri="{FF2B5EF4-FFF2-40B4-BE49-F238E27FC236}">
                <a16:creationId xmlns:a16="http://schemas.microsoft.com/office/drawing/2014/main" id="{465A4B81-1CBB-716F-B325-C1ECB6BA2529}"/>
              </a:ext>
            </a:extLst>
          </p:cNvPr>
          <p:cNvSpPr>
            <a:spLocks noGrp="1"/>
          </p:cNvSpPr>
          <p:nvPr>
            <p:ph type="sldNum" sz="quarter" idx="17"/>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236096148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Title, Content Photo 11">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71471F3A-3E6D-0DF1-74AB-CC9D04CFAEEB}"/>
              </a:ext>
            </a:extLst>
          </p:cNvPr>
          <p:cNvSpPr/>
          <p:nvPr/>
        </p:nvSpPr>
        <p:spPr>
          <a:xfrm>
            <a:off x="0" y="0"/>
            <a:ext cx="12192000" cy="6858000"/>
          </a:xfrm>
          <a:prstGeom prst="rect">
            <a:avLst/>
          </a:prstGeom>
          <a:solidFill>
            <a:srgbClr val="FFFFFF"/>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4CBED10C-5619-54D2-5D2D-E5D0A3E26E93}"/>
              </a:ext>
            </a:extLst>
          </p:cNvPr>
          <p:cNvSpPr/>
          <p:nvPr/>
        </p:nvSpPr>
        <p:spPr>
          <a:xfrm rot="10800000" flipH="1">
            <a:off x="0" y="6400798"/>
            <a:ext cx="12192000" cy="457202"/>
          </a:xfrm>
          <a:prstGeom prst="rect">
            <a:avLst/>
          </a:prstGeom>
          <a:gradFill>
            <a:gsLst>
              <a:gs pos="25000">
                <a:srgbClr val="FE4A00">
                  <a:alpha val="66667"/>
                </a:srgbClr>
              </a:gs>
              <a:gs pos="100000">
                <a:srgbClr val="DA002F">
                  <a:alpha val="84706"/>
                </a:srgb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AF596777-297F-86C7-883A-2CA5E5F7CD86}"/>
              </a:ext>
            </a:extLst>
          </p:cNvPr>
          <p:cNvSpPr/>
          <p:nvPr/>
        </p:nvSpPr>
        <p:spPr>
          <a:xfrm flipH="1">
            <a:off x="6158536" y="6400799"/>
            <a:ext cx="6033460" cy="456772"/>
          </a:xfrm>
          <a:prstGeom prst="rect">
            <a:avLst/>
          </a:prstGeom>
          <a:gradFill>
            <a:gsLst>
              <a:gs pos="9000">
                <a:srgbClr val="E349BB">
                  <a:alpha val="61961"/>
                </a:srgbClr>
              </a:gs>
              <a:gs pos="99000">
                <a:srgbClr val="92248E"/>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0" y="512064"/>
            <a:ext cx="10844784" cy="1170432"/>
          </a:xfrm>
        </p:spPr>
        <p:txBody>
          <a:bodyPr anchor="b"/>
          <a:lstStyle/>
          <a:p>
            <a:r>
              <a:rPr lang="en-US" dirty="0"/>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4" name="Picture Placeholder 3">
            <a:extLst>
              <a:ext uri="{FF2B5EF4-FFF2-40B4-BE49-F238E27FC236}">
                <a16:creationId xmlns:a16="http://schemas.microsoft.com/office/drawing/2014/main" id="{BC6A79F2-1363-2482-D116-A2760202AE87}"/>
              </a:ext>
            </a:extLst>
          </p:cNvPr>
          <p:cNvSpPr>
            <a:spLocks noGrp="1"/>
          </p:cNvSpPr>
          <p:nvPr>
            <p:ph type="pic" sz="quarter" idx="15" hasCustomPrompt="1"/>
          </p:nvPr>
        </p:nvSpPr>
        <p:spPr>
          <a:xfrm>
            <a:off x="731520" y="1984247"/>
            <a:ext cx="6214110" cy="3879839"/>
          </a:xfrm>
          <a:blipFill>
            <a:blip r:embed="rId2">
              <a:alphaModFix amt="70000"/>
            </a:blip>
            <a:stretch>
              <a:fillRect/>
            </a:stretch>
          </a:blipFill>
        </p:spPr>
        <p:txBody>
          <a:bodyPr/>
          <a:lstStyle>
            <a:lvl1pPr marL="0" indent="0">
              <a:buNone/>
              <a:defRPr/>
            </a:lvl1pPr>
          </a:lstStyle>
          <a:p>
            <a:r>
              <a:rPr lang="en-US" dirty="0"/>
              <a:t>.</a:t>
            </a:r>
          </a:p>
        </p:txBody>
      </p:sp>
      <p:sp>
        <p:nvSpPr>
          <p:cNvPr id="8" name="Content Placeholder 7">
            <a:extLst>
              <a:ext uri="{FF2B5EF4-FFF2-40B4-BE49-F238E27FC236}">
                <a16:creationId xmlns:a16="http://schemas.microsoft.com/office/drawing/2014/main" id="{C1897688-419F-6EB2-5CC1-DC14924E5FC3}"/>
              </a:ext>
            </a:extLst>
          </p:cNvPr>
          <p:cNvSpPr>
            <a:spLocks noGrp="1"/>
          </p:cNvSpPr>
          <p:nvPr>
            <p:ph sz="quarter" idx="14"/>
          </p:nvPr>
        </p:nvSpPr>
        <p:spPr>
          <a:xfrm>
            <a:off x="7699959" y="1984248"/>
            <a:ext cx="3876346" cy="3879839"/>
          </a:xfrm>
        </p:spPr>
        <p:txBody>
          <a:bodyPr anchor="ct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F3DAA390-4D48-496D-9CF9-AA47EC8054B6}" type="datetime2">
              <a:rPr lang="en-US" smtClean="0"/>
              <a:t>Monday, January 5, 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974606397"/>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Title, Content Photo 12">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1EE99FD1-4C4F-942E-5C24-C7F30C3E1065}"/>
              </a:ext>
            </a:extLst>
          </p:cNvPr>
          <p:cNvSpPr/>
          <p:nvPr/>
        </p:nvSpPr>
        <p:spPr>
          <a:xfrm>
            <a:off x="0" y="0"/>
            <a:ext cx="12192000" cy="6858000"/>
          </a:xfrm>
          <a:prstGeom prst="rect">
            <a:avLst/>
          </a:prstGeom>
          <a:solidFill>
            <a:srgbClr val="FFFFFF"/>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A2093A5D-CF9E-656F-6E4D-BBE26617BBEC}"/>
              </a:ext>
            </a:extLst>
          </p:cNvPr>
          <p:cNvSpPr/>
          <p:nvPr/>
        </p:nvSpPr>
        <p:spPr>
          <a:xfrm rot="10800000" flipH="1">
            <a:off x="0" y="6400798"/>
            <a:ext cx="12192000" cy="457202"/>
          </a:xfrm>
          <a:prstGeom prst="rect">
            <a:avLst/>
          </a:prstGeom>
          <a:gradFill>
            <a:gsLst>
              <a:gs pos="25000">
                <a:srgbClr val="FE4A00">
                  <a:alpha val="66667"/>
                </a:srgbClr>
              </a:gs>
              <a:gs pos="100000">
                <a:srgbClr val="DA002F">
                  <a:alpha val="84706"/>
                </a:srgb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07D037C8-31EA-E42D-7880-3FC907A897D8}"/>
              </a:ext>
            </a:extLst>
          </p:cNvPr>
          <p:cNvSpPr/>
          <p:nvPr/>
        </p:nvSpPr>
        <p:spPr>
          <a:xfrm flipH="1">
            <a:off x="4380987" y="6400799"/>
            <a:ext cx="7811009" cy="456772"/>
          </a:xfrm>
          <a:prstGeom prst="rect">
            <a:avLst/>
          </a:prstGeom>
          <a:gradFill>
            <a:gsLst>
              <a:gs pos="9000">
                <a:srgbClr val="E349BB">
                  <a:alpha val="61961"/>
                </a:srgbClr>
              </a:gs>
              <a:gs pos="99000">
                <a:srgbClr val="92248E"/>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0" y="3886200"/>
            <a:ext cx="3649468" cy="2048256"/>
          </a:xfrm>
        </p:spPr>
        <p:txBody>
          <a:bodyPr anchor="t"/>
          <a:lstStyle/>
          <a:p>
            <a:r>
              <a:rPr lang="en-US" dirty="0"/>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4" name="Picture Placeholder 3">
            <a:extLst>
              <a:ext uri="{FF2B5EF4-FFF2-40B4-BE49-F238E27FC236}">
                <a16:creationId xmlns:a16="http://schemas.microsoft.com/office/drawing/2014/main" id="{DC72D447-6660-458A-13D3-C4FF07038659}"/>
              </a:ext>
            </a:extLst>
          </p:cNvPr>
          <p:cNvSpPr>
            <a:spLocks noGrp="1"/>
          </p:cNvSpPr>
          <p:nvPr>
            <p:ph type="pic" sz="quarter" idx="15" hasCustomPrompt="1"/>
          </p:nvPr>
        </p:nvSpPr>
        <p:spPr>
          <a:xfrm>
            <a:off x="731518" y="0"/>
            <a:ext cx="3520440" cy="3648456"/>
          </a:xfrm>
          <a:blipFill>
            <a:blip r:embed="rId2">
              <a:alphaModFix amt="70000"/>
            </a:blip>
            <a:stretch>
              <a:fillRect/>
            </a:stretch>
          </a:blipFill>
        </p:spPr>
        <p:txBody>
          <a:bodyPr/>
          <a:lstStyle>
            <a:lvl1pPr marL="0" indent="0">
              <a:buNone/>
              <a:defRPr/>
            </a:lvl1pPr>
          </a:lstStyle>
          <a:p>
            <a:r>
              <a:rPr lang="en-US" dirty="0"/>
              <a:t>.</a:t>
            </a:r>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5148072" y="704088"/>
            <a:ext cx="6428232" cy="5230368"/>
          </a:xfrm>
        </p:spPr>
        <p:txBody>
          <a:bodyPr anchor="ct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B63F89BF-AB4A-41EB-BD3C-EE6397432347}" type="datetime2">
              <a:rPr lang="en-US" smtClean="0"/>
              <a:t>Monday, January 5, 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773553815"/>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Title, Content Photo 13">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BE75F419-3BE9-4269-E538-DB069E0C3295}"/>
              </a:ext>
            </a:extLst>
          </p:cNvPr>
          <p:cNvSpPr/>
          <p:nvPr/>
        </p:nvSpPr>
        <p:spPr>
          <a:xfrm>
            <a:off x="0" y="0"/>
            <a:ext cx="12192000" cy="6858000"/>
          </a:xfrm>
          <a:prstGeom prst="rect">
            <a:avLst/>
          </a:prstGeom>
          <a:solidFill>
            <a:srgbClr val="FFFFFF"/>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7FEA2F20-DFC9-8EAE-10DC-BC89113C2D4F}"/>
              </a:ext>
            </a:extLst>
          </p:cNvPr>
          <p:cNvSpPr/>
          <p:nvPr/>
        </p:nvSpPr>
        <p:spPr>
          <a:xfrm rot="10800000" flipH="1">
            <a:off x="0" y="6400798"/>
            <a:ext cx="12192000" cy="457202"/>
          </a:xfrm>
          <a:prstGeom prst="rect">
            <a:avLst/>
          </a:prstGeom>
          <a:gradFill>
            <a:gsLst>
              <a:gs pos="25000">
                <a:srgbClr val="FE4A00">
                  <a:alpha val="66667"/>
                </a:srgbClr>
              </a:gs>
              <a:gs pos="100000">
                <a:srgbClr val="DA002F">
                  <a:alpha val="84706"/>
                </a:srgb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0B4C5968-63F8-AF79-49F2-4D9E9C22DD6B}"/>
              </a:ext>
            </a:extLst>
          </p:cNvPr>
          <p:cNvSpPr/>
          <p:nvPr/>
        </p:nvSpPr>
        <p:spPr>
          <a:xfrm flipH="1">
            <a:off x="3626812" y="6400799"/>
            <a:ext cx="8565184" cy="456772"/>
          </a:xfrm>
          <a:prstGeom prst="rect">
            <a:avLst/>
          </a:prstGeom>
          <a:gradFill>
            <a:gsLst>
              <a:gs pos="9000">
                <a:srgbClr val="E349BB">
                  <a:alpha val="61961"/>
                </a:srgbClr>
              </a:gs>
              <a:gs pos="99000">
                <a:srgbClr val="92248E"/>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0" y="704088"/>
            <a:ext cx="2895292" cy="1581912"/>
          </a:xfrm>
        </p:spPr>
        <p:txBody>
          <a:bodyPr anchor="t">
            <a:normAutofit/>
          </a:bodyPr>
          <a:lstStyle>
            <a:lvl1pPr>
              <a:defRPr sz="3200"/>
            </a:lvl1pPr>
          </a:lstStyle>
          <a:p>
            <a:r>
              <a:rPr lang="en-US" dirty="0"/>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4" name="Picture Placeholder 3">
            <a:extLst>
              <a:ext uri="{FF2B5EF4-FFF2-40B4-BE49-F238E27FC236}">
                <a16:creationId xmlns:a16="http://schemas.microsoft.com/office/drawing/2014/main" id="{4A3F22A9-E31A-48F3-DD64-8A1764532472}"/>
              </a:ext>
            </a:extLst>
          </p:cNvPr>
          <p:cNvSpPr>
            <a:spLocks noGrp="1"/>
          </p:cNvSpPr>
          <p:nvPr>
            <p:ph type="pic" sz="quarter" idx="15" hasCustomPrompt="1"/>
          </p:nvPr>
        </p:nvSpPr>
        <p:spPr>
          <a:xfrm>
            <a:off x="731520" y="2368296"/>
            <a:ext cx="2788920" cy="3429000"/>
          </a:xfrm>
          <a:blipFill>
            <a:blip r:embed="rId2">
              <a:alphaModFix amt="70000"/>
            </a:blip>
            <a:stretch>
              <a:fillRect/>
            </a:stretch>
          </a:blipFill>
        </p:spPr>
        <p:txBody>
          <a:bodyPr/>
          <a:lstStyle>
            <a:lvl1pPr marL="0" indent="0">
              <a:buNone/>
              <a:defRPr/>
            </a:lvl1pPr>
          </a:lstStyle>
          <a:p>
            <a:r>
              <a:rPr lang="en-US" dirty="0"/>
              <a:t>.</a:t>
            </a:r>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4453128" y="704088"/>
            <a:ext cx="7123176" cy="5175504"/>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731C1CA1-E6E1-4903-A39F-729F30B73A81}" type="datetime2">
              <a:rPr lang="en-US" smtClean="0"/>
              <a:t>Monday, January 5, 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67662215"/>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Big Number">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29034161-664F-95F7-2318-8455D39DC535}"/>
              </a:ext>
            </a:extLst>
          </p:cNvPr>
          <p:cNvSpPr/>
          <p:nvPr/>
        </p:nvSpPr>
        <p:spPr>
          <a:xfrm>
            <a:off x="0" y="0"/>
            <a:ext cx="12192000" cy="6858000"/>
          </a:xfrm>
          <a:prstGeom prst="rect">
            <a:avLst/>
          </a:prstGeom>
          <a:solidFill>
            <a:srgbClr val="FFFFFF"/>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Neue Haas Grotesk Text Pro"/>
              <a:ea typeface="+mn-ea"/>
              <a:cs typeface="+mn-cs"/>
            </a:endParaRPr>
          </a:p>
        </p:txBody>
      </p:sp>
      <p:grpSp>
        <p:nvGrpSpPr>
          <p:cNvPr id="9" name="Group 8">
            <a:extLst>
              <a:ext uri="{FF2B5EF4-FFF2-40B4-BE49-F238E27FC236}">
                <a16:creationId xmlns:a16="http://schemas.microsoft.com/office/drawing/2014/main" id="{02F5F8B4-8FF0-1254-0A5B-CC22084F6C2D}"/>
              </a:ext>
            </a:extLst>
          </p:cNvPr>
          <p:cNvGrpSpPr/>
          <p:nvPr/>
        </p:nvGrpSpPr>
        <p:grpSpPr>
          <a:xfrm flipH="1" flipV="1">
            <a:off x="-12756" y="2522"/>
            <a:ext cx="12217513" cy="6863044"/>
            <a:chOff x="585170" y="-169430"/>
            <a:chExt cx="12217513" cy="6863044"/>
          </a:xfrm>
        </p:grpSpPr>
        <p:sp>
          <p:nvSpPr>
            <p:cNvPr id="10" name="Rectangle 9">
              <a:extLst>
                <a:ext uri="{FF2B5EF4-FFF2-40B4-BE49-F238E27FC236}">
                  <a16:creationId xmlns:a16="http://schemas.microsoft.com/office/drawing/2014/main" id="{5B4E1ECA-F93C-A483-C4F1-29C42597B7D2}"/>
                </a:ext>
              </a:extLst>
            </p:cNvPr>
            <p:cNvSpPr/>
            <p:nvPr/>
          </p:nvSpPr>
          <p:spPr>
            <a:xfrm>
              <a:off x="585170" y="-169430"/>
              <a:ext cx="12217513" cy="6860523"/>
            </a:xfrm>
            <a:prstGeom prst="rect">
              <a:avLst/>
            </a:prstGeom>
            <a:gradFill>
              <a:gsLst>
                <a:gs pos="0">
                  <a:srgbClr val="FF411C">
                    <a:alpha val="66000"/>
                  </a:srgbClr>
                </a:gs>
                <a:gs pos="99000">
                  <a:srgbClr val="962077"/>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1" name="Rectangle 10">
              <a:extLst>
                <a:ext uri="{FF2B5EF4-FFF2-40B4-BE49-F238E27FC236}">
                  <a16:creationId xmlns:a16="http://schemas.microsoft.com/office/drawing/2014/main" id="{7C06865F-89CC-BE15-EAA2-7DE6517391D6}"/>
                </a:ext>
              </a:extLst>
            </p:cNvPr>
            <p:cNvSpPr/>
            <p:nvPr/>
          </p:nvSpPr>
          <p:spPr>
            <a:xfrm rot="10800000" flipH="1">
              <a:off x="585170" y="-169430"/>
              <a:ext cx="12203060" cy="6863044"/>
            </a:xfrm>
            <a:prstGeom prst="rect">
              <a:avLst/>
            </a:prstGeom>
            <a:gradFill>
              <a:gsLst>
                <a:gs pos="0">
                  <a:srgbClr val="FA0036">
                    <a:alpha val="3922"/>
                  </a:srgbClr>
                </a:gs>
                <a:gs pos="99000">
                  <a:srgbClr val="92248E">
                    <a:alpha val="97647"/>
                  </a:srgb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2" name="Rectangle 11">
              <a:extLst>
                <a:ext uri="{FF2B5EF4-FFF2-40B4-BE49-F238E27FC236}">
                  <a16:creationId xmlns:a16="http://schemas.microsoft.com/office/drawing/2014/main" id="{CEAFE0B0-2261-5CA7-AE61-EDC374B643E3}"/>
                </a:ext>
              </a:extLst>
            </p:cNvPr>
            <p:cNvSpPr/>
            <p:nvPr/>
          </p:nvSpPr>
          <p:spPr>
            <a:xfrm rot="5400000" flipH="1">
              <a:off x="5550927" y="-5130142"/>
              <a:ext cx="2286000" cy="12217513"/>
            </a:xfrm>
            <a:prstGeom prst="rect">
              <a:avLst/>
            </a:prstGeom>
            <a:gradFill>
              <a:gsLst>
                <a:gs pos="20000">
                  <a:srgbClr val="D861D4">
                    <a:alpha val="0"/>
                  </a:srgbClr>
                </a:gs>
                <a:gs pos="100000">
                  <a:srgbClr val="FF7037">
                    <a:alpha val="66000"/>
                  </a:srgb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3" name="Rectangle 12">
              <a:extLst>
                <a:ext uri="{FF2B5EF4-FFF2-40B4-BE49-F238E27FC236}">
                  <a16:creationId xmlns:a16="http://schemas.microsoft.com/office/drawing/2014/main" id="{F7AA7DB0-DE62-3BEE-FB72-481649D63F9F}"/>
                </a:ext>
              </a:extLst>
            </p:cNvPr>
            <p:cNvSpPr/>
            <p:nvPr/>
          </p:nvSpPr>
          <p:spPr>
            <a:xfrm rot="16200000">
              <a:off x="-1313867" y="1732127"/>
              <a:ext cx="6860522" cy="3062447"/>
            </a:xfrm>
            <a:prstGeom prst="rect">
              <a:avLst/>
            </a:prstGeom>
            <a:gradFill>
              <a:gsLst>
                <a:gs pos="0">
                  <a:srgbClr val="FA0036">
                    <a:alpha val="31000"/>
                  </a:srgbClr>
                </a:gs>
                <a:gs pos="43000">
                  <a:srgbClr val="FF907A">
                    <a:alpha val="16000"/>
                  </a:srgbClr>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grpSp>
      <p:sp>
        <p:nvSpPr>
          <p:cNvPr id="14" name="Rectangle 13">
            <a:extLst>
              <a:ext uri="{FF2B5EF4-FFF2-40B4-BE49-F238E27FC236}">
                <a16:creationId xmlns:a16="http://schemas.microsoft.com/office/drawing/2014/main" id="{B3FCEE29-6799-F2C5-729F-491AE62D49D7}"/>
              </a:ext>
            </a:extLst>
          </p:cNvPr>
          <p:cNvSpPr/>
          <p:nvPr/>
        </p:nvSpPr>
        <p:spPr>
          <a:xfrm>
            <a:off x="-18286" y="4719145"/>
            <a:ext cx="12221346" cy="214894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F853789-FF7A-62BD-CDC8-87D588F55405}"/>
              </a:ext>
            </a:extLst>
          </p:cNvPr>
          <p:cNvSpPr>
            <a:spLocks noGrp="1"/>
          </p:cNvSpPr>
          <p:nvPr>
            <p:ph type="title"/>
          </p:nvPr>
        </p:nvSpPr>
        <p:spPr>
          <a:xfrm>
            <a:off x="1060704" y="4974336"/>
            <a:ext cx="10433304" cy="1444752"/>
          </a:xfrm>
        </p:spPr>
        <p:txBody>
          <a:bodyPr anchor="ctr">
            <a:normAutofit/>
          </a:bodyPr>
          <a:lstStyle>
            <a:lvl1pPr algn="ctr">
              <a:lnSpc>
                <a:spcPct val="120000"/>
              </a:lnSpc>
              <a:defRPr sz="2800" b="0" cap="all" spc="300" baseline="0">
                <a:latin typeface="+mn-lt"/>
              </a:defRPr>
            </a:lvl1pPr>
          </a:lstStyle>
          <a:p>
            <a:r>
              <a:rPr lang="en-US" dirty="0"/>
              <a:t>Click to edit Master title style</a:t>
            </a:r>
          </a:p>
        </p:txBody>
      </p:sp>
      <p:sp>
        <p:nvSpPr>
          <p:cNvPr id="7" name="Content Placeholder 6">
            <a:extLst>
              <a:ext uri="{FF2B5EF4-FFF2-40B4-BE49-F238E27FC236}">
                <a16:creationId xmlns:a16="http://schemas.microsoft.com/office/drawing/2014/main" id="{AAEC55A6-88B7-630F-AEB8-0B2270F5DE54}"/>
              </a:ext>
            </a:extLst>
          </p:cNvPr>
          <p:cNvSpPr>
            <a:spLocks noGrp="1"/>
          </p:cNvSpPr>
          <p:nvPr>
            <p:ph sz="quarter" idx="13" hasCustomPrompt="1"/>
          </p:nvPr>
        </p:nvSpPr>
        <p:spPr>
          <a:xfrm>
            <a:off x="1060704" y="704088"/>
            <a:ext cx="10661904" cy="3849624"/>
          </a:xfrm>
        </p:spPr>
        <p:txBody>
          <a:bodyPr anchor="b">
            <a:normAutofit/>
          </a:bodyPr>
          <a:lstStyle>
            <a:lvl1pPr marL="0" indent="0" algn="ctr">
              <a:buNone/>
              <a:defRPr sz="27000" b="1">
                <a:solidFill>
                  <a:schemeClr val="bg1"/>
                </a:solidFill>
                <a:latin typeface="+mj-lt"/>
              </a:defRPr>
            </a:lvl1pPr>
          </a:lstStyle>
          <a:p>
            <a:pPr lvl="0"/>
            <a:r>
              <a:rPr lang="en-US" dirty="0"/>
              <a:t>##%</a:t>
            </a:r>
          </a:p>
        </p:txBody>
      </p:sp>
      <p:sp>
        <p:nvSpPr>
          <p:cNvPr id="3" name="Footer Placeholder 2">
            <a:extLst>
              <a:ext uri="{FF2B5EF4-FFF2-40B4-BE49-F238E27FC236}">
                <a16:creationId xmlns:a16="http://schemas.microsoft.com/office/drawing/2014/main" id="{39DF6A63-6BD8-15C3-E64B-8E6AD05CAE65}"/>
              </a:ext>
            </a:extLst>
          </p:cNvPr>
          <p:cNvSpPr>
            <a:spLocks noGrp="1"/>
          </p:cNvSpPr>
          <p:nvPr>
            <p:ph type="ftr" sz="quarter" idx="10"/>
          </p:nvPr>
        </p:nvSpPr>
        <p:spPr/>
        <p:txBody>
          <a:bodyPr/>
          <a:lstStyle>
            <a:lvl1pPr>
              <a:defRPr>
                <a:solidFill>
                  <a:schemeClr val="bg1"/>
                </a:solidFill>
              </a:defRPr>
            </a:lvl1pPr>
          </a:lstStyle>
          <a:p>
            <a:r>
              <a:rPr lang="en-US"/>
              <a:t>Sample Footer Text</a:t>
            </a:r>
            <a:endParaRPr lang="en-US" dirty="0"/>
          </a:p>
        </p:txBody>
      </p:sp>
      <p:sp>
        <p:nvSpPr>
          <p:cNvPr id="4" name="Date Placeholder 3">
            <a:extLst>
              <a:ext uri="{FF2B5EF4-FFF2-40B4-BE49-F238E27FC236}">
                <a16:creationId xmlns:a16="http://schemas.microsoft.com/office/drawing/2014/main" id="{8A1B3FB7-267A-B05B-39EB-A75DD59B8C13}"/>
              </a:ext>
            </a:extLst>
          </p:cNvPr>
          <p:cNvSpPr>
            <a:spLocks noGrp="1"/>
          </p:cNvSpPr>
          <p:nvPr>
            <p:ph type="dt" sz="half" idx="11"/>
          </p:nvPr>
        </p:nvSpPr>
        <p:spPr/>
        <p:txBody>
          <a:bodyPr/>
          <a:lstStyle>
            <a:lvl1pPr>
              <a:defRPr>
                <a:solidFill>
                  <a:schemeClr val="tx1"/>
                </a:solidFill>
              </a:defRPr>
            </a:lvl1pPr>
          </a:lstStyle>
          <a:p>
            <a:fld id="{09D80555-5AA0-4039-B1D1-43225C709886}" type="datetime2">
              <a:rPr lang="en-US" smtClean="0"/>
              <a:t>Monday, January 5, 2026</a:t>
            </a:fld>
            <a:endParaRPr lang="en-US" dirty="0"/>
          </a:p>
        </p:txBody>
      </p:sp>
      <p:sp>
        <p:nvSpPr>
          <p:cNvPr id="5" name="Slide Number Placeholder 4">
            <a:extLst>
              <a:ext uri="{FF2B5EF4-FFF2-40B4-BE49-F238E27FC236}">
                <a16:creationId xmlns:a16="http://schemas.microsoft.com/office/drawing/2014/main" id="{62715E72-747E-7DEF-08E7-1715D8FA9261}"/>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1742012902"/>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Big Number 2">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0BB2D57-DDE5-A73E-9F8B-DA3ACB699FFB}"/>
              </a:ext>
            </a:extLst>
          </p:cNvPr>
          <p:cNvSpPr/>
          <p:nvPr/>
        </p:nvSpPr>
        <p:spPr>
          <a:xfrm>
            <a:off x="0" y="0"/>
            <a:ext cx="12192000" cy="6858000"/>
          </a:xfrm>
          <a:prstGeom prst="rect">
            <a:avLst/>
          </a:prstGeom>
          <a:solidFill>
            <a:srgbClr val="FFFFFF"/>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Neue Haas Grotesk Text Pro"/>
              <a:ea typeface="+mn-ea"/>
              <a:cs typeface="+mn-cs"/>
            </a:endParaRPr>
          </a:p>
        </p:txBody>
      </p:sp>
      <p:sp>
        <p:nvSpPr>
          <p:cNvPr id="15" name="Rectangle 14">
            <a:extLst>
              <a:ext uri="{FF2B5EF4-FFF2-40B4-BE49-F238E27FC236}">
                <a16:creationId xmlns:a16="http://schemas.microsoft.com/office/drawing/2014/main" id="{F366F834-30C7-711B-1DA9-E85C7CC17F11}"/>
              </a:ext>
            </a:extLst>
          </p:cNvPr>
          <p:cNvSpPr/>
          <p:nvPr/>
        </p:nvSpPr>
        <p:spPr>
          <a:xfrm flipH="1">
            <a:off x="18287" y="-2522"/>
            <a:ext cx="12192000" cy="6865568"/>
          </a:xfrm>
          <a:prstGeom prst="rect">
            <a:avLst/>
          </a:prstGeom>
          <a:solidFill>
            <a:srgbClr val="FFFFFF"/>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6" name="Rectangle 15">
            <a:extLst>
              <a:ext uri="{FF2B5EF4-FFF2-40B4-BE49-F238E27FC236}">
                <a16:creationId xmlns:a16="http://schemas.microsoft.com/office/drawing/2014/main" id="{5766A7B6-C07F-DDF6-2DA7-A25316E3DB49}"/>
              </a:ext>
            </a:extLst>
          </p:cNvPr>
          <p:cNvSpPr/>
          <p:nvPr/>
        </p:nvSpPr>
        <p:spPr>
          <a:xfrm>
            <a:off x="-7227" y="-5045"/>
            <a:ext cx="12217513" cy="6868091"/>
          </a:xfrm>
          <a:prstGeom prst="rect">
            <a:avLst/>
          </a:prstGeom>
          <a:gradFill>
            <a:gsLst>
              <a:gs pos="0">
                <a:srgbClr val="FF411C">
                  <a:alpha val="66000"/>
                </a:srgbClr>
              </a:gs>
              <a:gs pos="99000">
                <a:srgbClr val="962077"/>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7" name="Rectangle 16">
            <a:extLst>
              <a:ext uri="{FF2B5EF4-FFF2-40B4-BE49-F238E27FC236}">
                <a16:creationId xmlns:a16="http://schemas.microsoft.com/office/drawing/2014/main" id="{D61767CC-CF27-DF8F-8449-932B71E7F814}"/>
              </a:ext>
            </a:extLst>
          </p:cNvPr>
          <p:cNvSpPr/>
          <p:nvPr/>
        </p:nvSpPr>
        <p:spPr>
          <a:xfrm rot="10800000" flipH="1">
            <a:off x="429475" y="-5045"/>
            <a:ext cx="11788038" cy="6863044"/>
          </a:xfrm>
          <a:prstGeom prst="rect">
            <a:avLst/>
          </a:prstGeom>
          <a:gradFill>
            <a:gsLst>
              <a:gs pos="0">
                <a:srgbClr val="FA0036">
                  <a:alpha val="3922"/>
                </a:srgbClr>
              </a:gs>
              <a:gs pos="99000">
                <a:srgbClr val="92248E">
                  <a:alpha val="97647"/>
                </a:srgb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8" name="Rectangle 17">
            <a:extLst>
              <a:ext uri="{FF2B5EF4-FFF2-40B4-BE49-F238E27FC236}">
                <a16:creationId xmlns:a16="http://schemas.microsoft.com/office/drawing/2014/main" id="{FCDF59EC-E66B-10C0-FD29-4F5A7C07CC05}"/>
              </a:ext>
            </a:extLst>
          </p:cNvPr>
          <p:cNvSpPr/>
          <p:nvPr/>
        </p:nvSpPr>
        <p:spPr>
          <a:xfrm rot="5400000" flipH="1">
            <a:off x="4958529" y="-4965758"/>
            <a:ext cx="2286000" cy="12217514"/>
          </a:xfrm>
          <a:prstGeom prst="rect">
            <a:avLst/>
          </a:prstGeom>
          <a:gradFill>
            <a:gsLst>
              <a:gs pos="20000">
                <a:srgbClr val="D861D4">
                  <a:alpha val="0"/>
                </a:srgbClr>
              </a:gs>
              <a:gs pos="100000">
                <a:srgbClr val="FF7037">
                  <a:alpha val="66000"/>
                </a:srgb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9" name="Rectangle 18">
            <a:extLst>
              <a:ext uri="{FF2B5EF4-FFF2-40B4-BE49-F238E27FC236}">
                <a16:creationId xmlns:a16="http://schemas.microsoft.com/office/drawing/2014/main" id="{014A4547-53B1-493D-CE90-DA2AB946D64A}"/>
              </a:ext>
            </a:extLst>
          </p:cNvPr>
          <p:cNvSpPr/>
          <p:nvPr/>
        </p:nvSpPr>
        <p:spPr>
          <a:xfrm rot="16200000">
            <a:off x="-900224" y="892997"/>
            <a:ext cx="6860522" cy="5074531"/>
          </a:xfrm>
          <a:prstGeom prst="rect">
            <a:avLst/>
          </a:prstGeom>
          <a:gradFill>
            <a:gsLst>
              <a:gs pos="0">
                <a:srgbClr val="FA0036">
                  <a:alpha val="31000"/>
                </a:srgbClr>
              </a:gs>
              <a:gs pos="43000">
                <a:srgbClr val="FF907A">
                  <a:alpha val="16000"/>
                </a:srgbClr>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 name="Title 1">
            <a:extLst>
              <a:ext uri="{FF2B5EF4-FFF2-40B4-BE49-F238E27FC236}">
                <a16:creationId xmlns:a16="http://schemas.microsoft.com/office/drawing/2014/main" id="{CF853789-FF7A-62BD-CDC8-87D588F55405}"/>
              </a:ext>
            </a:extLst>
          </p:cNvPr>
          <p:cNvSpPr>
            <a:spLocks noGrp="1"/>
          </p:cNvSpPr>
          <p:nvPr>
            <p:ph type="title"/>
          </p:nvPr>
        </p:nvSpPr>
        <p:spPr>
          <a:xfrm>
            <a:off x="2057400" y="4809744"/>
            <a:ext cx="8156448" cy="1545336"/>
          </a:xfrm>
        </p:spPr>
        <p:txBody>
          <a:bodyPr anchor="t">
            <a:normAutofit/>
          </a:bodyPr>
          <a:lstStyle>
            <a:lvl1pPr algn="ctr">
              <a:lnSpc>
                <a:spcPct val="120000"/>
              </a:lnSpc>
              <a:defRPr sz="2800" b="0" cap="all" spc="300" baseline="0">
                <a:solidFill>
                  <a:schemeClr val="bg1"/>
                </a:solidFill>
                <a:latin typeface="+mn-lt"/>
              </a:defRPr>
            </a:lvl1pPr>
          </a:lstStyle>
          <a:p>
            <a:r>
              <a:rPr lang="en-US" dirty="0"/>
              <a:t>Click to edit Master title style</a:t>
            </a:r>
          </a:p>
        </p:txBody>
      </p:sp>
      <p:sp>
        <p:nvSpPr>
          <p:cNvPr id="7" name="Content Placeholder 6">
            <a:extLst>
              <a:ext uri="{FF2B5EF4-FFF2-40B4-BE49-F238E27FC236}">
                <a16:creationId xmlns:a16="http://schemas.microsoft.com/office/drawing/2014/main" id="{AAEC55A6-88B7-630F-AEB8-0B2270F5DE54}"/>
              </a:ext>
            </a:extLst>
          </p:cNvPr>
          <p:cNvSpPr>
            <a:spLocks noGrp="1"/>
          </p:cNvSpPr>
          <p:nvPr>
            <p:ph sz="quarter" idx="13" hasCustomPrompt="1"/>
          </p:nvPr>
        </p:nvSpPr>
        <p:spPr>
          <a:xfrm>
            <a:off x="822960" y="603504"/>
            <a:ext cx="10543032" cy="4114800"/>
          </a:xfrm>
        </p:spPr>
        <p:txBody>
          <a:bodyPr anchor="b">
            <a:normAutofit/>
          </a:bodyPr>
          <a:lstStyle>
            <a:lvl1pPr marL="0" indent="0" algn="ctr">
              <a:buNone/>
              <a:defRPr sz="25000" b="1">
                <a:solidFill>
                  <a:schemeClr val="bg1"/>
                </a:solidFill>
                <a:latin typeface="+mj-lt"/>
              </a:defRPr>
            </a:lvl1pPr>
          </a:lstStyle>
          <a:p>
            <a:pPr lvl="0"/>
            <a:r>
              <a:rPr lang="en-US" dirty="0"/>
              <a:t>##%</a:t>
            </a:r>
          </a:p>
        </p:txBody>
      </p:sp>
      <p:sp>
        <p:nvSpPr>
          <p:cNvPr id="3" name="Footer Placeholder 2">
            <a:extLst>
              <a:ext uri="{FF2B5EF4-FFF2-40B4-BE49-F238E27FC236}">
                <a16:creationId xmlns:a16="http://schemas.microsoft.com/office/drawing/2014/main" id="{39DF6A63-6BD8-15C3-E64B-8E6AD05CAE65}"/>
              </a:ext>
            </a:extLst>
          </p:cNvPr>
          <p:cNvSpPr>
            <a:spLocks noGrp="1"/>
          </p:cNvSpPr>
          <p:nvPr>
            <p:ph type="ftr" sz="quarter" idx="10"/>
          </p:nvPr>
        </p:nvSpPr>
        <p:spPr/>
        <p:txBody>
          <a:bodyPr/>
          <a:lstStyle>
            <a:lvl1pPr>
              <a:defRPr>
                <a:solidFill>
                  <a:schemeClr val="bg1"/>
                </a:solidFill>
              </a:defRPr>
            </a:lvl1pPr>
          </a:lstStyle>
          <a:p>
            <a:r>
              <a:rPr lang="en-US"/>
              <a:t>Sample Footer Text</a:t>
            </a:r>
            <a:endParaRPr lang="en-US" dirty="0"/>
          </a:p>
        </p:txBody>
      </p:sp>
      <p:sp>
        <p:nvSpPr>
          <p:cNvPr id="4" name="Date Placeholder 3">
            <a:extLst>
              <a:ext uri="{FF2B5EF4-FFF2-40B4-BE49-F238E27FC236}">
                <a16:creationId xmlns:a16="http://schemas.microsoft.com/office/drawing/2014/main" id="{8A1B3FB7-267A-B05B-39EB-A75DD59B8C13}"/>
              </a:ext>
            </a:extLst>
          </p:cNvPr>
          <p:cNvSpPr>
            <a:spLocks noGrp="1"/>
          </p:cNvSpPr>
          <p:nvPr>
            <p:ph type="dt" sz="half" idx="11"/>
          </p:nvPr>
        </p:nvSpPr>
        <p:spPr/>
        <p:txBody>
          <a:bodyPr/>
          <a:lstStyle>
            <a:lvl1pPr>
              <a:defRPr>
                <a:solidFill>
                  <a:schemeClr val="bg1"/>
                </a:solidFill>
              </a:defRPr>
            </a:lvl1pPr>
          </a:lstStyle>
          <a:p>
            <a:fld id="{A3282FB1-48E5-4F0A-9E9C-35DF3C629227}" type="datetime2">
              <a:rPr lang="en-US" smtClean="0"/>
              <a:t>Monday, January 5, 2026</a:t>
            </a:fld>
            <a:endParaRPr lang="en-US" dirty="0"/>
          </a:p>
        </p:txBody>
      </p:sp>
      <p:sp>
        <p:nvSpPr>
          <p:cNvPr id="5" name="Slide Number Placeholder 4">
            <a:extLst>
              <a:ext uri="{FF2B5EF4-FFF2-40B4-BE49-F238E27FC236}">
                <a16:creationId xmlns:a16="http://schemas.microsoft.com/office/drawing/2014/main" id="{62715E72-747E-7DEF-08E7-1715D8FA9261}"/>
              </a:ext>
            </a:extLst>
          </p:cNvPr>
          <p:cNvSpPr>
            <a:spLocks noGrp="1"/>
          </p:cNvSpPr>
          <p:nvPr>
            <p:ph type="sldNum" sz="quarter" idx="12"/>
          </p:nvPr>
        </p:nvSpPr>
        <p:spPr/>
        <p:txBody>
          <a:bodyPr/>
          <a:lstStyle>
            <a:lvl1pPr>
              <a:defRPr>
                <a:solidFill>
                  <a:schemeClr val="bg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2073757801"/>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Big Number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853789-FF7A-62BD-CDC8-87D588F55405}"/>
              </a:ext>
            </a:extLst>
          </p:cNvPr>
          <p:cNvSpPr>
            <a:spLocks noGrp="1"/>
          </p:cNvSpPr>
          <p:nvPr>
            <p:ph type="title"/>
          </p:nvPr>
        </p:nvSpPr>
        <p:spPr>
          <a:xfrm>
            <a:off x="731520" y="4809744"/>
            <a:ext cx="5897880" cy="1353312"/>
          </a:xfrm>
        </p:spPr>
        <p:txBody>
          <a:bodyPr vert="horz" lIns="91440" tIns="45720" rIns="91440" bIns="45720" rtlCol="0" anchor="t">
            <a:normAutofit/>
          </a:bodyPr>
          <a:lstStyle>
            <a:lvl1pPr>
              <a:lnSpc>
                <a:spcPct val="120000"/>
              </a:lnSpc>
              <a:defRPr lang="en-US" sz="2800" b="0" dirty="0">
                <a:latin typeface="+mn-lt"/>
              </a:defRPr>
            </a:lvl1pPr>
          </a:lstStyle>
          <a:p>
            <a:pPr lvl="0"/>
            <a:r>
              <a:rPr lang="en-US" dirty="0"/>
              <a:t>Click to edit Master title style</a:t>
            </a:r>
          </a:p>
        </p:txBody>
      </p:sp>
      <p:sp>
        <p:nvSpPr>
          <p:cNvPr id="7" name="Content Placeholder 6">
            <a:extLst>
              <a:ext uri="{FF2B5EF4-FFF2-40B4-BE49-F238E27FC236}">
                <a16:creationId xmlns:a16="http://schemas.microsoft.com/office/drawing/2014/main" id="{AAEC55A6-88B7-630F-AEB8-0B2270F5DE54}"/>
              </a:ext>
            </a:extLst>
          </p:cNvPr>
          <p:cNvSpPr>
            <a:spLocks noGrp="1"/>
          </p:cNvSpPr>
          <p:nvPr>
            <p:ph sz="quarter" idx="13" hasCustomPrompt="1"/>
          </p:nvPr>
        </p:nvSpPr>
        <p:spPr>
          <a:xfrm>
            <a:off x="731520" y="603504"/>
            <a:ext cx="10863072" cy="4206240"/>
          </a:xfrm>
        </p:spPr>
        <p:txBody>
          <a:bodyPr vert="horz" lIns="91440" tIns="45720" rIns="91440" bIns="45720" rtlCol="0" anchor="b">
            <a:normAutofit/>
          </a:bodyPr>
          <a:lstStyle>
            <a:lvl1pPr marL="0" indent="0">
              <a:buNone/>
              <a:defRPr lang="en-US" sz="27800" b="1" dirty="0">
                <a:latin typeface="+mj-lt"/>
              </a:defRPr>
            </a:lvl1pPr>
          </a:lstStyle>
          <a:p>
            <a:pPr lvl="0"/>
            <a:r>
              <a:rPr lang="en-US" dirty="0"/>
              <a:t>##%</a:t>
            </a:r>
          </a:p>
        </p:txBody>
      </p:sp>
      <p:sp>
        <p:nvSpPr>
          <p:cNvPr id="3" name="Footer Placeholder 2">
            <a:extLst>
              <a:ext uri="{FF2B5EF4-FFF2-40B4-BE49-F238E27FC236}">
                <a16:creationId xmlns:a16="http://schemas.microsoft.com/office/drawing/2014/main" id="{39DF6A63-6BD8-15C3-E64B-8E6AD05CAE65}"/>
              </a:ext>
            </a:extLst>
          </p:cNvPr>
          <p:cNvSpPr>
            <a:spLocks noGrp="1"/>
          </p:cNvSpPr>
          <p:nvPr>
            <p:ph type="ftr" sz="quarter" idx="10"/>
          </p:nvPr>
        </p:nvSpPr>
        <p:spPr/>
        <p:txBody>
          <a:bodyPr/>
          <a:lstStyle>
            <a:lvl1pPr>
              <a:defRPr>
                <a:solidFill>
                  <a:schemeClr val="tx1"/>
                </a:solidFill>
              </a:defRPr>
            </a:lvl1pPr>
          </a:lstStyle>
          <a:p>
            <a:r>
              <a:rPr lang="en-US"/>
              <a:t>Sample Footer Text</a:t>
            </a:r>
            <a:endParaRPr lang="en-US" dirty="0"/>
          </a:p>
        </p:txBody>
      </p:sp>
      <p:sp>
        <p:nvSpPr>
          <p:cNvPr id="4" name="Date Placeholder 3">
            <a:extLst>
              <a:ext uri="{FF2B5EF4-FFF2-40B4-BE49-F238E27FC236}">
                <a16:creationId xmlns:a16="http://schemas.microsoft.com/office/drawing/2014/main" id="{8A1B3FB7-267A-B05B-39EB-A75DD59B8C13}"/>
              </a:ext>
            </a:extLst>
          </p:cNvPr>
          <p:cNvSpPr>
            <a:spLocks noGrp="1"/>
          </p:cNvSpPr>
          <p:nvPr>
            <p:ph type="dt" sz="half" idx="11"/>
          </p:nvPr>
        </p:nvSpPr>
        <p:spPr/>
        <p:txBody>
          <a:bodyPr/>
          <a:lstStyle>
            <a:lvl1pPr>
              <a:defRPr>
                <a:solidFill>
                  <a:schemeClr val="bg1"/>
                </a:solidFill>
              </a:defRPr>
            </a:lvl1pPr>
          </a:lstStyle>
          <a:p>
            <a:fld id="{E0149A69-19C1-4748-AF82-9FE4A85BF936}" type="datetime2">
              <a:rPr lang="en-US" smtClean="0"/>
              <a:t>Monday, January 5, 2026</a:t>
            </a:fld>
            <a:endParaRPr lang="en-US" dirty="0"/>
          </a:p>
        </p:txBody>
      </p:sp>
      <p:sp>
        <p:nvSpPr>
          <p:cNvPr id="5" name="Slide Number Placeholder 4">
            <a:extLst>
              <a:ext uri="{FF2B5EF4-FFF2-40B4-BE49-F238E27FC236}">
                <a16:creationId xmlns:a16="http://schemas.microsoft.com/office/drawing/2014/main" id="{62715E72-747E-7DEF-08E7-1715D8FA9261}"/>
              </a:ext>
            </a:extLst>
          </p:cNvPr>
          <p:cNvSpPr>
            <a:spLocks noGrp="1"/>
          </p:cNvSpPr>
          <p:nvPr>
            <p:ph type="sldNum" sz="quarter" idx="12"/>
          </p:nvPr>
        </p:nvSpPr>
        <p:spPr/>
        <p:txBody>
          <a:bodyPr/>
          <a:lstStyle>
            <a:lvl1pPr>
              <a:defRPr>
                <a:solidFill>
                  <a:schemeClr val="bg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4011519754"/>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Statement">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3AFD00E-68E4-2C52-ADE7-B3CCEEF5D30D}"/>
              </a:ext>
            </a:extLst>
          </p:cNvPr>
          <p:cNvSpPr/>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0FA70C64-A82F-539E-FA22-E9EDFA88F0CB}"/>
              </a:ext>
            </a:extLst>
          </p:cNvPr>
          <p:cNvSpPr/>
          <p:nvPr/>
        </p:nvSpPr>
        <p:spPr>
          <a:xfrm flipH="1">
            <a:off x="-1" y="0"/>
            <a:ext cx="3076356" cy="6858000"/>
          </a:xfrm>
          <a:prstGeom prst="rect">
            <a:avLst/>
          </a:prstGeom>
          <a:gradFill>
            <a:gsLst>
              <a:gs pos="0">
                <a:srgbClr val="FF907A"/>
              </a:gs>
              <a:gs pos="100000">
                <a:srgbClr val="DA002F">
                  <a:alpha val="85882"/>
                </a:srgb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A5B51035-B1FE-075C-1780-50D3B30B2326}"/>
              </a:ext>
            </a:extLst>
          </p:cNvPr>
          <p:cNvSpPr/>
          <p:nvPr/>
        </p:nvSpPr>
        <p:spPr>
          <a:xfrm flipH="1">
            <a:off x="-6" y="-1"/>
            <a:ext cx="3076355" cy="4572001"/>
          </a:xfrm>
          <a:prstGeom prst="rect">
            <a:avLst/>
          </a:prstGeom>
          <a:gradFill>
            <a:gsLst>
              <a:gs pos="26000">
                <a:srgbClr val="FE4A00">
                  <a:alpha val="0"/>
                </a:srgbClr>
              </a:gs>
              <a:gs pos="100000">
                <a:srgbClr val="DA002F">
                  <a:alpha val="65000"/>
                </a:srgb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1B1594AB-F53B-583B-B352-D96F6BEA3EAE}"/>
              </a:ext>
            </a:extLst>
          </p:cNvPr>
          <p:cNvSpPr/>
          <p:nvPr/>
        </p:nvSpPr>
        <p:spPr>
          <a:xfrm rot="5400000" flipH="1">
            <a:off x="-1890835" y="1890822"/>
            <a:ext cx="6858001" cy="3076355"/>
          </a:xfrm>
          <a:prstGeom prst="rect">
            <a:avLst/>
          </a:prstGeom>
          <a:gradFill>
            <a:gsLst>
              <a:gs pos="2000">
                <a:srgbClr val="9B3597"/>
              </a:gs>
              <a:gs pos="60000">
                <a:srgbClr val="D861D4">
                  <a:alpha val="0"/>
                </a:srgbClr>
              </a:gs>
            </a:gsLst>
            <a:lin ang="18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516DC94B-3BDB-1A55-CF02-E0ACF543DF06}"/>
              </a:ext>
            </a:extLst>
          </p:cNvPr>
          <p:cNvSpPr/>
          <p:nvPr/>
        </p:nvSpPr>
        <p:spPr>
          <a:xfrm rot="10800000">
            <a:off x="-25" y="875999"/>
            <a:ext cx="2609262" cy="4648800"/>
          </a:xfrm>
          <a:custGeom>
            <a:avLst/>
            <a:gdLst>
              <a:gd name="connsiteX0" fmla="*/ 2324400 w 2609262"/>
              <a:gd name="connsiteY0" fmla="*/ 4648800 h 4648800"/>
              <a:gd name="connsiteX1" fmla="*/ 0 w 2609262"/>
              <a:gd name="connsiteY1" fmla="*/ 2324400 h 4648800"/>
              <a:gd name="connsiteX2" fmla="*/ 2324400 w 2609262"/>
              <a:gd name="connsiteY2" fmla="*/ 0 h 4648800"/>
              <a:gd name="connsiteX3" fmla="*/ 2562056 w 2609262"/>
              <a:gd name="connsiteY3" fmla="*/ 12001 h 4648800"/>
              <a:gd name="connsiteX4" fmla="*/ 2609262 w 2609262"/>
              <a:gd name="connsiteY4" fmla="*/ 19205 h 4648800"/>
              <a:gd name="connsiteX5" fmla="*/ 2609262 w 2609262"/>
              <a:gd name="connsiteY5" fmla="*/ 4629595 h 4648800"/>
              <a:gd name="connsiteX6" fmla="*/ 2562056 w 2609262"/>
              <a:gd name="connsiteY6" fmla="*/ 4636799 h 4648800"/>
              <a:gd name="connsiteX7" fmla="*/ 2324400 w 2609262"/>
              <a:gd name="connsiteY7" fmla="*/ 4648800 h 4648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09262" h="4648800">
                <a:moveTo>
                  <a:pt x="2324400" y="4648800"/>
                </a:moveTo>
                <a:cubicBezTo>
                  <a:pt x="1040669" y="4648800"/>
                  <a:pt x="0" y="3608131"/>
                  <a:pt x="0" y="2324400"/>
                </a:cubicBezTo>
                <a:cubicBezTo>
                  <a:pt x="0" y="1040669"/>
                  <a:pt x="1040669" y="0"/>
                  <a:pt x="2324400" y="0"/>
                </a:cubicBezTo>
                <a:cubicBezTo>
                  <a:pt x="2404633" y="0"/>
                  <a:pt x="2483917" y="4065"/>
                  <a:pt x="2562056" y="12001"/>
                </a:cubicBezTo>
                <a:lnTo>
                  <a:pt x="2609262" y="19205"/>
                </a:lnTo>
                <a:lnTo>
                  <a:pt x="2609262" y="4629595"/>
                </a:lnTo>
                <a:lnTo>
                  <a:pt x="2562056" y="4636799"/>
                </a:lnTo>
                <a:cubicBezTo>
                  <a:pt x="2483917" y="4644735"/>
                  <a:pt x="2404633" y="4648800"/>
                  <a:pt x="2324400" y="4648800"/>
                </a:cubicBezTo>
                <a:close/>
              </a:path>
            </a:pathLst>
          </a:custGeom>
          <a:gradFill>
            <a:gsLst>
              <a:gs pos="31000">
                <a:srgbClr val="FF907A">
                  <a:alpha val="0"/>
                </a:srgbClr>
              </a:gs>
              <a:gs pos="85000">
                <a:srgbClr val="FFBCAF">
                  <a:alpha val="12000"/>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dirty="0"/>
              <a:t>Click to edit Master title style</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lvl1pPr>
              <a:defRPr>
                <a:solidFill>
                  <a:schemeClr val="bg1"/>
                </a:solidFill>
              </a:defRPr>
            </a:lvl1pPr>
          </a:lstStyle>
          <a:p>
            <a:r>
              <a:rPr lang="en-US"/>
              <a:t>Sample Footer Text</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3897458" y="731520"/>
            <a:ext cx="6794097" cy="5559552"/>
          </a:xfrm>
        </p:spPr>
        <p:txBody>
          <a:bodyPr anchor="ctr">
            <a:normAutofit/>
          </a:bodyPr>
          <a:lstStyle>
            <a:lvl1pPr marL="0" indent="0">
              <a:lnSpc>
                <a:spcPct val="100000"/>
              </a:lnSpc>
              <a:buNone/>
              <a:defRPr sz="4800" b="1">
                <a:latin typeface="+mj-lt"/>
              </a:defRPr>
            </a:lvl1pPr>
            <a:lvl2pPr marL="228600" indent="0">
              <a:lnSpc>
                <a:spcPct val="100000"/>
              </a:lnSpc>
              <a:buNone/>
              <a:defRPr sz="4400" b="1">
                <a:latin typeface="+mj-lt"/>
              </a:defRPr>
            </a:lvl2pPr>
            <a:lvl3pPr marL="457200" indent="0">
              <a:lnSpc>
                <a:spcPct val="100000"/>
              </a:lnSpc>
              <a:buNone/>
              <a:defRPr sz="4000" b="1">
                <a:latin typeface="+mj-lt"/>
              </a:defRPr>
            </a:lvl3pPr>
            <a:lvl4pPr marL="685800" indent="0">
              <a:lnSpc>
                <a:spcPct val="100000"/>
              </a:lnSpc>
              <a:buNone/>
              <a:defRPr sz="3600" b="1">
                <a:latin typeface="+mj-lt"/>
              </a:defRPr>
            </a:lvl4pPr>
            <a:lvl5pPr marL="914400" indent="0">
              <a:lnSpc>
                <a:spcPct val="100000"/>
              </a:lnSpc>
              <a:buNone/>
              <a:defRPr sz="3200" b="1">
                <a:latin typeface="+mj-lt"/>
              </a:defRPr>
            </a:lvl5pPr>
          </a:lstStyle>
          <a:p>
            <a:pPr lvl="0"/>
            <a:r>
              <a:rPr lang="en-US" dirty="0"/>
              <a:t>Click to edit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lvl1pPr>
              <a:defRPr>
                <a:solidFill>
                  <a:schemeClr val="tx1"/>
                </a:solidFill>
              </a:defRPr>
            </a:lvl1pPr>
          </a:lstStyle>
          <a:p>
            <a:fld id="{775528E2-81C6-40A8-BAF0-0F7E271EAAEB}" type="datetime2">
              <a:rPr lang="en-US" smtClean="0"/>
              <a:t>Monday, January 5, 2026</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1844660633"/>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cSld name="Statem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dirty="0"/>
              <a:t>Click to edit Master title style</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r>
              <a:rPr lang="en-US"/>
              <a:t>Sample Footer Text</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731520" y="978408"/>
            <a:ext cx="10177272" cy="4837176"/>
          </a:xfrm>
        </p:spPr>
        <p:txBody>
          <a:bodyPr anchor="b">
            <a:normAutofit/>
          </a:bodyPr>
          <a:lstStyle>
            <a:lvl1pPr marL="0" indent="0">
              <a:lnSpc>
                <a:spcPct val="110000"/>
              </a:lnSpc>
              <a:buNone/>
              <a:defRPr sz="4800" b="1" cap="none" spc="100" baseline="0">
                <a:latin typeface="+mj-lt"/>
              </a:defRPr>
            </a:lvl1pPr>
            <a:lvl2pPr marL="228600" indent="0">
              <a:lnSpc>
                <a:spcPct val="110000"/>
              </a:lnSpc>
              <a:buNone/>
              <a:defRPr sz="4000" b="1" cap="none" spc="100" baseline="0">
                <a:latin typeface="+mj-lt"/>
              </a:defRPr>
            </a:lvl2pPr>
            <a:lvl3pPr marL="457200" indent="0">
              <a:lnSpc>
                <a:spcPct val="110000"/>
              </a:lnSpc>
              <a:buNone/>
              <a:defRPr sz="3600" b="1" cap="none" spc="100" baseline="0">
                <a:latin typeface="+mj-lt"/>
              </a:defRPr>
            </a:lvl3pPr>
            <a:lvl4pPr marL="685800" indent="0">
              <a:lnSpc>
                <a:spcPct val="110000"/>
              </a:lnSpc>
              <a:buNone/>
              <a:defRPr sz="3200" b="1" cap="none" spc="100" baseline="0">
                <a:latin typeface="+mj-lt"/>
              </a:defRPr>
            </a:lvl4pPr>
            <a:lvl5pPr marL="914400" indent="0">
              <a:lnSpc>
                <a:spcPct val="110000"/>
              </a:lnSpc>
              <a:buNone/>
              <a:defRPr sz="2800" b="1" cap="none" spc="100" baseline="0">
                <a:latin typeface="+mj-lt"/>
              </a:defRPr>
            </a:lvl5pPr>
          </a:lstStyle>
          <a:p>
            <a:pPr lvl="0"/>
            <a:r>
              <a:rPr lang="en-US" dirty="0"/>
              <a:t>Click to edit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7EFC605F-F3B5-44D1-B7F6-31C6B11C8978}" type="datetime2">
              <a:rPr lang="en-US" smtClean="0"/>
              <a:t>Monday, January 5, 2026</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2607280690"/>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Statement 3">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F909A4D1-63C5-2E23-5C6B-F8AF94782183}"/>
              </a:ext>
            </a:extLst>
          </p:cNvPr>
          <p:cNvSpPr/>
          <p:nvPr/>
        </p:nvSpPr>
        <p:spPr>
          <a:xfrm>
            <a:off x="0" y="0"/>
            <a:ext cx="12192000" cy="6858000"/>
          </a:xfrm>
          <a:prstGeom prst="rect">
            <a:avLst/>
          </a:prstGeom>
          <a:solidFill>
            <a:schemeClr val="bg1"/>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Neue Haas Grotesk Text Pro"/>
              <a:ea typeface="+mn-ea"/>
              <a:cs typeface="+mn-cs"/>
            </a:endParaRPr>
          </a:p>
        </p:txBody>
      </p:sp>
      <p:grpSp>
        <p:nvGrpSpPr>
          <p:cNvPr id="8" name="Group 7">
            <a:extLst>
              <a:ext uri="{FF2B5EF4-FFF2-40B4-BE49-F238E27FC236}">
                <a16:creationId xmlns:a16="http://schemas.microsoft.com/office/drawing/2014/main" id="{42070271-1317-4457-72C3-9560AF9D7416}"/>
              </a:ext>
            </a:extLst>
          </p:cNvPr>
          <p:cNvGrpSpPr/>
          <p:nvPr/>
        </p:nvGrpSpPr>
        <p:grpSpPr>
          <a:xfrm flipH="1" flipV="1">
            <a:off x="-12756" y="2522"/>
            <a:ext cx="12217513" cy="6863044"/>
            <a:chOff x="585170" y="-169430"/>
            <a:chExt cx="12217513" cy="6863044"/>
          </a:xfrm>
        </p:grpSpPr>
        <p:sp>
          <p:nvSpPr>
            <p:cNvPr id="9" name="Rectangle 8">
              <a:extLst>
                <a:ext uri="{FF2B5EF4-FFF2-40B4-BE49-F238E27FC236}">
                  <a16:creationId xmlns:a16="http://schemas.microsoft.com/office/drawing/2014/main" id="{A3EA2358-7C35-E7F3-E8C3-3D28909E4016}"/>
                </a:ext>
              </a:extLst>
            </p:cNvPr>
            <p:cNvSpPr/>
            <p:nvPr/>
          </p:nvSpPr>
          <p:spPr>
            <a:xfrm>
              <a:off x="585170" y="-169430"/>
              <a:ext cx="12217513" cy="6860523"/>
            </a:xfrm>
            <a:prstGeom prst="rect">
              <a:avLst/>
            </a:prstGeom>
            <a:gradFill>
              <a:gsLst>
                <a:gs pos="0">
                  <a:srgbClr val="FF411C">
                    <a:alpha val="66000"/>
                  </a:srgbClr>
                </a:gs>
                <a:gs pos="99000">
                  <a:srgbClr val="962077"/>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0" name="Rectangle 9">
              <a:extLst>
                <a:ext uri="{FF2B5EF4-FFF2-40B4-BE49-F238E27FC236}">
                  <a16:creationId xmlns:a16="http://schemas.microsoft.com/office/drawing/2014/main" id="{8E347F1A-F45E-1DB5-00F2-8254D6979D46}"/>
                </a:ext>
              </a:extLst>
            </p:cNvPr>
            <p:cNvSpPr/>
            <p:nvPr/>
          </p:nvSpPr>
          <p:spPr>
            <a:xfrm rot="10800000" flipH="1">
              <a:off x="585170" y="-169430"/>
              <a:ext cx="12203060" cy="6863044"/>
            </a:xfrm>
            <a:prstGeom prst="rect">
              <a:avLst/>
            </a:prstGeom>
            <a:gradFill>
              <a:gsLst>
                <a:gs pos="0">
                  <a:srgbClr val="FA0036">
                    <a:alpha val="3922"/>
                  </a:srgbClr>
                </a:gs>
                <a:gs pos="99000">
                  <a:srgbClr val="92248E">
                    <a:alpha val="97647"/>
                  </a:srgb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1" name="Rectangle 10">
              <a:extLst>
                <a:ext uri="{FF2B5EF4-FFF2-40B4-BE49-F238E27FC236}">
                  <a16:creationId xmlns:a16="http://schemas.microsoft.com/office/drawing/2014/main" id="{B4CF8B62-DFD0-EBF8-5BB9-282EB5B6124B}"/>
                </a:ext>
              </a:extLst>
            </p:cNvPr>
            <p:cNvSpPr/>
            <p:nvPr/>
          </p:nvSpPr>
          <p:spPr>
            <a:xfrm rot="5400000" flipH="1">
              <a:off x="5550927" y="-5130142"/>
              <a:ext cx="2286000" cy="12217513"/>
            </a:xfrm>
            <a:prstGeom prst="rect">
              <a:avLst/>
            </a:prstGeom>
            <a:gradFill>
              <a:gsLst>
                <a:gs pos="20000">
                  <a:srgbClr val="D861D4">
                    <a:alpha val="0"/>
                  </a:srgbClr>
                </a:gs>
                <a:gs pos="100000">
                  <a:srgbClr val="FF7037">
                    <a:alpha val="66000"/>
                  </a:srgb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2" name="Rectangle 11">
              <a:extLst>
                <a:ext uri="{FF2B5EF4-FFF2-40B4-BE49-F238E27FC236}">
                  <a16:creationId xmlns:a16="http://schemas.microsoft.com/office/drawing/2014/main" id="{3EBCED88-F67D-F1DB-27DB-72BF0D6DDBFF}"/>
                </a:ext>
              </a:extLst>
            </p:cNvPr>
            <p:cNvSpPr/>
            <p:nvPr/>
          </p:nvSpPr>
          <p:spPr>
            <a:xfrm rot="16200000">
              <a:off x="-1313867" y="1732127"/>
              <a:ext cx="6860522" cy="3062447"/>
            </a:xfrm>
            <a:prstGeom prst="rect">
              <a:avLst/>
            </a:prstGeom>
            <a:gradFill>
              <a:gsLst>
                <a:gs pos="0">
                  <a:srgbClr val="FA0036">
                    <a:alpha val="31000"/>
                  </a:srgbClr>
                </a:gs>
                <a:gs pos="43000">
                  <a:srgbClr val="FF907A">
                    <a:alpha val="16000"/>
                  </a:srgbClr>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grpSp>
      <p:sp>
        <p:nvSpPr>
          <p:cNvPr id="14" name="Freeform: Shape 13">
            <a:extLst>
              <a:ext uri="{FF2B5EF4-FFF2-40B4-BE49-F238E27FC236}">
                <a16:creationId xmlns:a16="http://schemas.microsoft.com/office/drawing/2014/main" id="{D6EBBFD2-5112-E929-5402-0348DC2938AB}"/>
              </a:ext>
            </a:extLst>
          </p:cNvPr>
          <p:cNvSpPr/>
          <p:nvPr/>
        </p:nvSpPr>
        <p:spPr>
          <a:xfrm rot="12508972">
            <a:off x="5465204" y="1877618"/>
            <a:ext cx="4990147" cy="4439131"/>
          </a:xfrm>
          <a:custGeom>
            <a:avLst/>
            <a:gdLst>
              <a:gd name="connsiteX0" fmla="*/ 4990147 w 4990147"/>
              <a:gd name="connsiteY0" fmla="*/ 2229378 h 4439131"/>
              <a:gd name="connsiteX1" fmla="*/ 917384 w 4990147"/>
              <a:gd name="connsiteY1" fmla="*/ 4439131 h 4439131"/>
              <a:gd name="connsiteX2" fmla="*/ 910814 w 4990147"/>
              <a:gd name="connsiteY2" fmla="*/ 4434219 h 4439131"/>
              <a:gd name="connsiteX3" fmla="*/ 0 w 4990147"/>
              <a:gd name="connsiteY3" fmla="*/ 2502877 h 4439131"/>
              <a:gd name="connsiteX4" fmla="*/ 2502877 w 4990147"/>
              <a:gd name="connsiteY4" fmla="*/ 0 h 4439131"/>
              <a:gd name="connsiteX5" fmla="*/ 4954904 w 4990147"/>
              <a:gd name="connsiteY5" fmla="*/ 1998460 h 4439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90147" h="4439131">
                <a:moveTo>
                  <a:pt x="4990147" y="2229378"/>
                </a:moveTo>
                <a:lnTo>
                  <a:pt x="917384" y="4439131"/>
                </a:lnTo>
                <a:lnTo>
                  <a:pt x="910814" y="4434219"/>
                </a:lnTo>
                <a:cubicBezTo>
                  <a:pt x="354557" y="3975154"/>
                  <a:pt x="0" y="3280421"/>
                  <a:pt x="0" y="2502877"/>
                </a:cubicBezTo>
                <a:cubicBezTo>
                  <a:pt x="0" y="1120576"/>
                  <a:pt x="1120576" y="0"/>
                  <a:pt x="2502877" y="0"/>
                </a:cubicBezTo>
                <a:cubicBezTo>
                  <a:pt x="3712390" y="0"/>
                  <a:pt x="4721520" y="857941"/>
                  <a:pt x="4954904" y="1998460"/>
                </a:cubicBezTo>
                <a:close/>
              </a:path>
            </a:pathLst>
          </a:custGeom>
          <a:gradFill>
            <a:gsLst>
              <a:gs pos="41000">
                <a:srgbClr val="FF907A">
                  <a:alpha val="0"/>
                </a:srgbClr>
              </a:gs>
              <a:gs pos="100000">
                <a:srgbClr val="FFBCAF">
                  <a:alpha val="33000"/>
                </a:srgbClr>
              </a:gs>
            </a:gsLst>
            <a:lin ang="12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3" name="Rectangle 12">
            <a:extLst>
              <a:ext uri="{FF2B5EF4-FFF2-40B4-BE49-F238E27FC236}">
                <a16:creationId xmlns:a16="http://schemas.microsoft.com/office/drawing/2014/main" id="{7069311F-FD36-C119-8B93-522F477634FB}"/>
              </a:ext>
            </a:extLst>
          </p:cNvPr>
          <p:cNvSpPr/>
          <p:nvPr/>
        </p:nvSpPr>
        <p:spPr>
          <a:xfrm flipV="1">
            <a:off x="-18286" y="-5046"/>
            <a:ext cx="12221346" cy="509493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dirty="0"/>
              <a:t>Click to edit Master title style</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r>
              <a:rPr lang="en-US"/>
              <a:t>Sample Footer Text</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731519" y="731520"/>
            <a:ext cx="9181224" cy="3806425"/>
          </a:xfrm>
        </p:spPr>
        <p:txBody>
          <a:bodyPr anchor="t">
            <a:normAutofit/>
          </a:bodyPr>
          <a:lstStyle>
            <a:lvl1pPr marL="0" indent="0">
              <a:lnSpc>
                <a:spcPct val="110000"/>
              </a:lnSpc>
              <a:buNone/>
              <a:defRPr sz="4600" b="1" cap="none" spc="100" baseline="0">
                <a:latin typeface="+mj-lt"/>
              </a:defRPr>
            </a:lvl1pPr>
            <a:lvl2pPr marL="228600" indent="0">
              <a:lnSpc>
                <a:spcPct val="110000"/>
              </a:lnSpc>
              <a:buNone/>
              <a:defRPr sz="3600" b="1" cap="none" spc="100" baseline="0">
                <a:latin typeface="+mj-lt"/>
              </a:defRPr>
            </a:lvl2pPr>
            <a:lvl3pPr marL="457200" indent="0">
              <a:lnSpc>
                <a:spcPct val="110000"/>
              </a:lnSpc>
              <a:buNone/>
              <a:defRPr sz="3200" b="1" cap="none" spc="100" baseline="0">
                <a:latin typeface="+mj-lt"/>
              </a:defRPr>
            </a:lvl3pPr>
            <a:lvl4pPr marL="685800" indent="0">
              <a:lnSpc>
                <a:spcPct val="110000"/>
              </a:lnSpc>
              <a:buNone/>
              <a:defRPr sz="2800" b="1" cap="none" spc="100" baseline="0">
                <a:latin typeface="+mj-lt"/>
              </a:defRPr>
            </a:lvl4pPr>
            <a:lvl5pPr marL="914400" indent="0">
              <a:lnSpc>
                <a:spcPct val="110000"/>
              </a:lnSpc>
              <a:buNone/>
              <a:defRPr sz="2400" b="1" cap="none" spc="100" baseline="0">
                <a:latin typeface="+mj-lt"/>
              </a:defRPr>
            </a:lvl5pPr>
          </a:lstStyle>
          <a:p>
            <a:pPr lvl="0"/>
            <a:r>
              <a:rPr lang="en-US" dirty="0"/>
              <a:t>Click to edit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D154D5DB-B0AB-4B30-B4E2-CD0D5A147634}" type="datetime2">
              <a:rPr lang="en-US" smtClean="0"/>
              <a:t>Monday, January 5, 2026</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1111653135"/>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Quote">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B6C6A6A9-A341-BF9D-FA80-3868D42AC72B}"/>
              </a:ext>
            </a:extLst>
          </p:cNvPr>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0C59BFB5-5C25-0FCB-27C7-A478767CACAC}"/>
              </a:ext>
            </a:extLst>
          </p:cNvPr>
          <p:cNvSpPr/>
          <p:nvPr/>
        </p:nvSpPr>
        <p:spPr>
          <a:xfrm>
            <a:off x="1009651" y="1028701"/>
            <a:ext cx="10172700" cy="4800598"/>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9BB5F22C-2988-B6EC-AA0B-D03BCA1A0B45}"/>
              </a:ext>
            </a:extLst>
          </p:cNvPr>
          <p:cNvSpPr/>
          <p:nvPr/>
        </p:nvSpPr>
        <p:spPr>
          <a:xfrm rot="10800000" flipH="1">
            <a:off x="1009651" y="4853253"/>
            <a:ext cx="10172700" cy="976045"/>
          </a:xfrm>
          <a:prstGeom prst="rect">
            <a:avLst/>
          </a:prstGeom>
          <a:gradFill>
            <a:gsLst>
              <a:gs pos="0">
                <a:srgbClr val="FE4A00">
                  <a:alpha val="66667"/>
                </a:srgbClr>
              </a:gs>
              <a:gs pos="100000">
                <a:srgbClr val="9C2C97"/>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1" name="Rectangle 10">
            <a:extLst>
              <a:ext uri="{FF2B5EF4-FFF2-40B4-BE49-F238E27FC236}">
                <a16:creationId xmlns:a16="http://schemas.microsoft.com/office/drawing/2014/main" id="{F509EC5E-5DB0-5907-06E8-B18F1AE29144}"/>
              </a:ext>
            </a:extLst>
          </p:cNvPr>
          <p:cNvSpPr/>
          <p:nvPr/>
        </p:nvSpPr>
        <p:spPr>
          <a:xfrm flipH="1">
            <a:off x="1009648" y="4853256"/>
            <a:ext cx="7105652" cy="976043"/>
          </a:xfrm>
          <a:prstGeom prst="rect">
            <a:avLst/>
          </a:prstGeom>
          <a:gradFill>
            <a:gsLst>
              <a:gs pos="0">
                <a:srgbClr val="FF6753">
                  <a:alpha val="0"/>
                </a:srgbClr>
              </a:gs>
              <a:gs pos="99000">
                <a:srgbClr val="D6002E">
                  <a:alpha val="44000"/>
                </a:srgb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 name="Title 1">
            <a:extLst>
              <a:ext uri="{FF2B5EF4-FFF2-40B4-BE49-F238E27FC236}">
                <a16:creationId xmlns:a16="http://schemas.microsoft.com/office/drawing/2014/main" id="{3E11148C-8DD9-6154-C68C-8F67AD965837}"/>
              </a:ext>
            </a:extLst>
          </p:cNvPr>
          <p:cNvSpPr>
            <a:spLocks noGrp="1"/>
          </p:cNvSpPr>
          <p:nvPr>
            <p:ph type="title" hasCustomPrompt="1"/>
          </p:nvPr>
        </p:nvSpPr>
        <p:spPr>
          <a:xfrm>
            <a:off x="1499616" y="5020056"/>
            <a:ext cx="9198864" cy="649224"/>
          </a:xfrm>
        </p:spPr>
        <p:txBody>
          <a:bodyPr anchor="ctr">
            <a:normAutofit/>
          </a:bodyPr>
          <a:lstStyle>
            <a:lvl1pPr algn="ctr">
              <a:lnSpc>
                <a:spcPct val="120000"/>
              </a:lnSpc>
              <a:defRPr sz="1600" b="1" cap="all" spc="400" baseline="0">
                <a:solidFill>
                  <a:schemeClr val="bg1"/>
                </a:solidFill>
                <a:latin typeface="+mn-lt"/>
              </a:defRPr>
            </a:lvl1pPr>
          </a:lstStyle>
          <a:p>
            <a:r>
              <a:rPr lang="en-US" dirty="0"/>
              <a:t>Quote Author</a:t>
            </a:r>
          </a:p>
        </p:txBody>
      </p:sp>
      <p:sp>
        <p:nvSpPr>
          <p:cNvPr id="7" name="Content Placeholder 6">
            <a:extLst>
              <a:ext uri="{FF2B5EF4-FFF2-40B4-BE49-F238E27FC236}">
                <a16:creationId xmlns:a16="http://schemas.microsoft.com/office/drawing/2014/main" id="{664F8300-91F9-3B16-1D97-7082381C6AB9}"/>
              </a:ext>
            </a:extLst>
          </p:cNvPr>
          <p:cNvSpPr>
            <a:spLocks noGrp="1"/>
          </p:cNvSpPr>
          <p:nvPr>
            <p:ph sz="quarter" idx="13" hasCustomPrompt="1"/>
          </p:nvPr>
        </p:nvSpPr>
        <p:spPr>
          <a:xfrm>
            <a:off x="2020824" y="1737360"/>
            <a:ext cx="8156448" cy="2569464"/>
          </a:xfrm>
        </p:spPr>
        <p:txBody>
          <a:bodyPr anchor="ctr">
            <a:normAutofit/>
          </a:bodyPr>
          <a:lstStyle>
            <a:lvl1pPr marL="0" indent="0" algn="ctr">
              <a:lnSpc>
                <a:spcPct val="110000"/>
              </a:lnSpc>
              <a:buNone/>
              <a:defRPr sz="3500">
                <a:latin typeface="+mj-lt"/>
              </a:defRPr>
            </a:lvl1pPr>
            <a:lvl2pPr marL="228600" indent="0" algn="ctr">
              <a:buNone/>
              <a:defRPr/>
            </a:lvl2pPr>
            <a:lvl3pPr marL="457200" indent="0" algn="ctr">
              <a:buNone/>
              <a:defRPr/>
            </a:lvl3pPr>
            <a:lvl4pPr marL="685800" indent="0" algn="ctr">
              <a:buNone/>
              <a:defRPr/>
            </a:lvl4pPr>
            <a:lvl5pPr marL="914400" indent="0" algn="ctr">
              <a:buNone/>
              <a:defRPr/>
            </a:lvl5pPr>
          </a:lstStyle>
          <a:p>
            <a:pPr lvl="0"/>
            <a:r>
              <a:rPr lang="en-US" dirty="0"/>
              <a:t>Click to edit Quote</a:t>
            </a:r>
          </a:p>
        </p:txBody>
      </p:sp>
      <p:sp>
        <p:nvSpPr>
          <p:cNvPr id="12" name="Date Placeholder 11">
            <a:extLst>
              <a:ext uri="{FF2B5EF4-FFF2-40B4-BE49-F238E27FC236}">
                <a16:creationId xmlns:a16="http://schemas.microsoft.com/office/drawing/2014/main" id="{D18FECD6-59B2-0E39-163B-DB3FB28DD902}"/>
              </a:ext>
            </a:extLst>
          </p:cNvPr>
          <p:cNvSpPr>
            <a:spLocks noGrp="1"/>
          </p:cNvSpPr>
          <p:nvPr>
            <p:ph type="dt" sz="half" idx="14"/>
          </p:nvPr>
        </p:nvSpPr>
        <p:spPr/>
        <p:txBody>
          <a:bodyPr/>
          <a:lstStyle>
            <a:lvl1pPr>
              <a:defRPr>
                <a:solidFill>
                  <a:schemeClr val="tx1"/>
                </a:solidFill>
              </a:defRPr>
            </a:lvl1pPr>
          </a:lstStyle>
          <a:p>
            <a:fld id="{D579EA1B-07C3-4F43-B7BA-72BA44EE9757}" type="datetime2">
              <a:rPr lang="en-US" smtClean="0"/>
              <a:t>Monday, January 5, 2026</a:t>
            </a:fld>
            <a:endParaRPr lang="en-US" dirty="0"/>
          </a:p>
        </p:txBody>
      </p:sp>
      <p:sp>
        <p:nvSpPr>
          <p:cNvPr id="13" name="Footer Placeholder 12">
            <a:extLst>
              <a:ext uri="{FF2B5EF4-FFF2-40B4-BE49-F238E27FC236}">
                <a16:creationId xmlns:a16="http://schemas.microsoft.com/office/drawing/2014/main" id="{A98F5A93-8140-CBD8-D340-993817719AED}"/>
              </a:ext>
            </a:extLst>
          </p:cNvPr>
          <p:cNvSpPr>
            <a:spLocks noGrp="1"/>
          </p:cNvSpPr>
          <p:nvPr>
            <p:ph type="ftr" sz="quarter" idx="15"/>
          </p:nvPr>
        </p:nvSpPr>
        <p:spPr/>
        <p:txBody>
          <a:bodyPr/>
          <a:lstStyle/>
          <a:p>
            <a:r>
              <a:rPr lang="en-US"/>
              <a:t>Sample Footer Text</a:t>
            </a:r>
          </a:p>
        </p:txBody>
      </p:sp>
      <p:sp>
        <p:nvSpPr>
          <p:cNvPr id="14" name="Slide Number Placeholder 13">
            <a:extLst>
              <a:ext uri="{FF2B5EF4-FFF2-40B4-BE49-F238E27FC236}">
                <a16:creationId xmlns:a16="http://schemas.microsoft.com/office/drawing/2014/main" id="{1EF16B6F-7839-1AC1-F1B6-E5DD5CB264B2}"/>
              </a:ext>
            </a:extLst>
          </p:cNvPr>
          <p:cNvSpPr>
            <a:spLocks noGrp="1"/>
          </p:cNvSpPr>
          <p:nvPr>
            <p:ph type="sldNum" sz="quarter" idx="16"/>
          </p:nvPr>
        </p:nvSpPr>
        <p:spPr/>
        <p:txBody>
          <a:bodyPr/>
          <a:lstStyle>
            <a:lvl1pPr>
              <a:defRPr>
                <a:solidFill>
                  <a:schemeClr val="tx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3000532536"/>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Quote 2">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BF513F4-C880-287E-B00A-BD9B413CBEEB}"/>
              </a:ext>
            </a:extLst>
          </p:cNvPr>
          <p:cNvSpPr/>
          <p:nvPr/>
        </p:nvSpPr>
        <p:spPr>
          <a:xfrm>
            <a:off x="0" y="0"/>
            <a:ext cx="12192000" cy="6858000"/>
          </a:xfrm>
          <a:prstGeom prst="rect">
            <a:avLst/>
          </a:prstGeom>
          <a:solidFill>
            <a:schemeClr val="bg1"/>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Neue Haas Grotesk Text Pro"/>
              <a:ea typeface="+mn-ea"/>
              <a:cs typeface="+mn-cs"/>
            </a:endParaRPr>
          </a:p>
        </p:txBody>
      </p:sp>
      <p:sp>
        <p:nvSpPr>
          <p:cNvPr id="4" name="Rectangle 3">
            <a:extLst>
              <a:ext uri="{FF2B5EF4-FFF2-40B4-BE49-F238E27FC236}">
                <a16:creationId xmlns:a16="http://schemas.microsoft.com/office/drawing/2014/main" id="{9B08A6AB-C3A8-7501-6BC6-83CFA6C0F9A3}"/>
              </a:ext>
            </a:extLst>
          </p:cNvPr>
          <p:cNvSpPr/>
          <p:nvPr/>
        </p:nvSpPr>
        <p:spPr>
          <a:xfrm>
            <a:off x="1009651" y="1028698"/>
            <a:ext cx="10172706" cy="4800601"/>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673F9668-0C20-D45C-536B-66FBB7F30C45}"/>
              </a:ext>
            </a:extLst>
          </p:cNvPr>
          <p:cNvSpPr/>
          <p:nvPr/>
        </p:nvSpPr>
        <p:spPr>
          <a:xfrm flipH="1">
            <a:off x="1009649" y="1028699"/>
            <a:ext cx="10174534" cy="4800598"/>
          </a:xfrm>
          <a:prstGeom prst="rect">
            <a:avLst/>
          </a:prstGeom>
          <a:gradFill>
            <a:gsLst>
              <a:gs pos="9000">
                <a:srgbClr val="FF9265"/>
              </a:gs>
              <a:gs pos="95000">
                <a:srgbClr val="DA002F">
                  <a:alpha val="79000"/>
                </a:srgb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18C2C855-B15C-090B-5493-3D36B8A52654}"/>
              </a:ext>
            </a:extLst>
          </p:cNvPr>
          <p:cNvSpPr/>
          <p:nvPr/>
        </p:nvSpPr>
        <p:spPr>
          <a:xfrm rot="10800000" flipH="1">
            <a:off x="1005991" y="4421079"/>
            <a:ext cx="10176358" cy="1408215"/>
          </a:xfrm>
          <a:prstGeom prst="rect">
            <a:avLst/>
          </a:prstGeom>
          <a:gradFill>
            <a:gsLst>
              <a:gs pos="26000">
                <a:srgbClr val="BA0267">
                  <a:alpha val="0"/>
                </a:srgbClr>
              </a:gs>
              <a:gs pos="95000">
                <a:srgbClr val="9B3597">
                  <a:alpha val="62000"/>
                </a:srgbClr>
              </a:gs>
            </a:gsLst>
            <a:lin ang="18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A981CB20-1010-8C73-0086-CAB904E4B99D}"/>
              </a:ext>
            </a:extLst>
          </p:cNvPr>
          <p:cNvSpPr/>
          <p:nvPr/>
        </p:nvSpPr>
        <p:spPr>
          <a:xfrm rot="5400000" flipH="1">
            <a:off x="3568444" y="-1531928"/>
            <a:ext cx="4800598" cy="9921854"/>
          </a:xfrm>
          <a:prstGeom prst="rect">
            <a:avLst/>
          </a:prstGeom>
          <a:gradFill>
            <a:gsLst>
              <a:gs pos="22000">
                <a:srgbClr val="A60296">
                  <a:alpha val="49000"/>
                </a:srgbClr>
              </a:gs>
              <a:gs pos="99000">
                <a:srgbClr val="DA002F">
                  <a:alpha val="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E11148C-8DD9-6154-C68C-8F67AD965837}"/>
              </a:ext>
            </a:extLst>
          </p:cNvPr>
          <p:cNvSpPr>
            <a:spLocks noGrp="1"/>
          </p:cNvSpPr>
          <p:nvPr>
            <p:ph type="title" hasCustomPrompt="1"/>
          </p:nvPr>
        </p:nvSpPr>
        <p:spPr>
          <a:xfrm>
            <a:off x="1792224" y="4736592"/>
            <a:ext cx="8349303" cy="795528"/>
          </a:xfrm>
        </p:spPr>
        <p:txBody>
          <a:bodyPr vert="horz" lIns="91440" tIns="45720" rIns="91440" bIns="45720" rtlCol="0" anchor="ctr">
            <a:normAutofit/>
          </a:bodyPr>
          <a:lstStyle>
            <a:lvl1pPr>
              <a:lnSpc>
                <a:spcPct val="120000"/>
              </a:lnSpc>
              <a:defRPr lang="en-US" sz="2200" cap="all" spc="400" baseline="0" dirty="0">
                <a:solidFill>
                  <a:schemeClr val="bg1"/>
                </a:solidFill>
              </a:defRPr>
            </a:lvl1pPr>
          </a:lstStyle>
          <a:p>
            <a:pPr lvl="0"/>
            <a:r>
              <a:rPr lang="en-US" dirty="0"/>
              <a:t>Quote Author</a:t>
            </a:r>
          </a:p>
        </p:txBody>
      </p:sp>
      <p:sp>
        <p:nvSpPr>
          <p:cNvPr id="7" name="Content Placeholder 6">
            <a:extLst>
              <a:ext uri="{FF2B5EF4-FFF2-40B4-BE49-F238E27FC236}">
                <a16:creationId xmlns:a16="http://schemas.microsoft.com/office/drawing/2014/main" id="{664F8300-91F9-3B16-1D97-7082381C6AB9}"/>
              </a:ext>
            </a:extLst>
          </p:cNvPr>
          <p:cNvSpPr>
            <a:spLocks noGrp="1"/>
          </p:cNvSpPr>
          <p:nvPr>
            <p:ph sz="quarter" idx="13" hasCustomPrompt="1"/>
          </p:nvPr>
        </p:nvSpPr>
        <p:spPr>
          <a:xfrm>
            <a:off x="1655064" y="1481328"/>
            <a:ext cx="8001000" cy="2752344"/>
          </a:xfrm>
        </p:spPr>
        <p:txBody>
          <a:bodyPr vert="horz" lIns="91440" tIns="45720" rIns="91440" bIns="45720" rtlCol="0" anchor="ctr">
            <a:normAutofit/>
          </a:bodyPr>
          <a:lstStyle>
            <a:lvl1pPr marL="128016" indent="-137160">
              <a:lnSpc>
                <a:spcPct val="110000"/>
              </a:lnSpc>
              <a:buNone/>
              <a:defRPr lang="en-US" sz="3200" dirty="0">
                <a:solidFill>
                  <a:schemeClr val="bg1"/>
                </a:solidFill>
                <a:latin typeface="+mj-lt"/>
              </a:defRPr>
            </a:lvl1pPr>
          </a:lstStyle>
          <a:p>
            <a:pPr lvl="0"/>
            <a:r>
              <a:rPr lang="en-US" dirty="0"/>
              <a:t>Click to edit Quote</a:t>
            </a:r>
          </a:p>
        </p:txBody>
      </p:sp>
      <p:sp>
        <p:nvSpPr>
          <p:cNvPr id="12" name="Date Placeholder 11">
            <a:extLst>
              <a:ext uri="{FF2B5EF4-FFF2-40B4-BE49-F238E27FC236}">
                <a16:creationId xmlns:a16="http://schemas.microsoft.com/office/drawing/2014/main" id="{D18FECD6-59B2-0E39-163B-DB3FB28DD902}"/>
              </a:ext>
            </a:extLst>
          </p:cNvPr>
          <p:cNvSpPr>
            <a:spLocks noGrp="1"/>
          </p:cNvSpPr>
          <p:nvPr>
            <p:ph type="dt" sz="half" idx="14"/>
          </p:nvPr>
        </p:nvSpPr>
        <p:spPr/>
        <p:txBody>
          <a:bodyPr/>
          <a:lstStyle>
            <a:lvl1pPr>
              <a:defRPr>
                <a:solidFill>
                  <a:schemeClr val="tx1"/>
                </a:solidFill>
              </a:defRPr>
            </a:lvl1pPr>
          </a:lstStyle>
          <a:p>
            <a:fld id="{B7C3807E-EE2A-4FC6-9EE1-019AAE762D48}" type="datetime2">
              <a:rPr lang="en-US" smtClean="0"/>
              <a:t>Monday, January 5, 2026</a:t>
            </a:fld>
            <a:endParaRPr lang="en-US" dirty="0"/>
          </a:p>
        </p:txBody>
      </p:sp>
      <p:sp>
        <p:nvSpPr>
          <p:cNvPr id="13" name="Footer Placeholder 12">
            <a:extLst>
              <a:ext uri="{FF2B5EF4-FFF2-40B4-BE49-F238E27FC236}">
                <a16:creationId xmlns:a16="http://schemas.microsoft.com/office/drawing/2014/main" id="{A98F5A93-8140-CBD8-D340-993817719AED}"/>
              </a:ext>
            </a:extLst>
          </p:cNvPr>
          <p:cNvSpPr>
            <a:spLocks noGrp="1"/>
          </p:cNvSpPr>
          <p:nvPr>
            <p:ph type="ftr" sz="quarter" idx="15"/>
          </p:nvPr>
        </p:nvSpPr>
        <p:spPr/>
        <p:txBody>
          <a:bodyPr/>
          <a:lstStyle/>
          <a:p>
            <a:r>
              <a:rPr lang="en-US"/>
              <a:t>Sample Footer Text</a:t>
            </a:r>
          </a:p>
        </p:txBody>
      </p:sp>
      <p:sp>
        <p:nvSpPr>
          <p:cNvPr id="14" name="Slide Number Placeholder 13">
            <a:extLst>
              <a:ext uri="{FF2B5EF4-FFF2-40B4-BE49-F238E27FC236}">
                <a16:creationId xmlns:a16="http://schemas.microsoft.com/office/drawing/2014/main" id="{1EF16B6F-7839-1AC1-F1B6-E5DD5CB264B2}"/>
              </a:ext>
            </a:extLst>
          </p:cNvPr>
          <p:cNvSpPr>
            <a:spLocks noGrp="1"/>
          </p:cNvSpPr>
          <p:nvPr>
            <p:ph type="sldNum" sz="quarter" idx="16"/>
          </p:nvPr>
        </p:nvSpPr>
        <p:spPr/>
        <p:txBody>
          <a:bodyPr/>
          <a:lstStyle>
            <a:lvl1pPr>
              <a:defRPr>
                <a:solidFill>
                  <a:schemeClr val="tx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3035605374"/>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Quote 3">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F69A9201-705F-55B6-3F46-D68411A32E2A}"/>
              </a:ext>
            </a:extLst>
          </p:cNvPr>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4E4BBA50-2898-3426-D749-CD2833395810}"/>
              </a:ext>
            </a:extLst>
          </p:cNvPr>
          <p:cNvSpPr/>
          <p:nvPr/>
        </p:nvSpPr>
        <p:spPr>
          <a:xfrm>
            <a:off x="1009651" y="1028701"/>
            <a:ext cx="10172700" cy="4800598"/>
          </a:xfrm>
          <a:prstGeom prst="rect">
            <a:avLst/>
          </a:prstGeom>
          <a:solidFill>
            <a:srgbClr val="FFFFFF"/>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8D6BEDF5-EA71-E3BD-29EA-A8A58B1227EE}"/>
              </a:ext>
            </a:extLst>
          </p:cNvPr>
          <p:cNvSpPr/>
          <p:nvPr/>
        </p:nvSpPr>
        <p:spPr>
          <a:xfrm flipH="1">
            <a:off x="8115303" y="1028698"/>
            <a:ext cx="3086100" cy="4800599"/>
          </a:xfrm>
          <a:prstGeom prst="rect">
            <a:avLst/>
          </a:prstGeom>
          <a:gradFill>
            <a:gsLst>
              <a:gs pos="0">
                <a:srgbClr val="FE4A00">
                  <a:alpha val="81000"/>
                </a:srgbClr>
              </a:gs>
              <a:gs pos="100000">
                <a:srgbClr val="9C2C97"/>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1" name="Rectangle 10">
            <a:extLst>
              <a:ext uri="{FF2B5EF4-FFF2-40B4-BE49-F238E27FC236}">
                <a16:creationId xmlns:a16="http://schemas.microsoft.com/office/drawing/2014/main" id="{2ABA6F75-CEBF-CDAC-9F4B-3C794F813211}"/>
              </a:ext>
            </a:extLst>
          </p:cNvPr>
          <p:cNvSpPr/>
          <p:nvPr/>
        </p:nvSpPr>
        <p:spPr>
          <a:xfrm rot="10800000" flipH="1">
            <a:off x="8124832" y="1028696"/>
            <a:ext cx="3076572" cy="3584648"/>
          </a:xfrm>
          <a:prstGeom prst="rect">
            <a:avLst/>
          </a:prstGeom>
          <a:gradFill>
            <a:gsLst>
              <a:gs pos="0">
                <a:srgbClr val="FF6753">
                  <a:alpha val="0"/>
                </a:srgbClr>
              </a:gs>
              <a:gs pos="99000">
                <a:srgbClr val="D6002E">
                  <a:alpha val="44000"/>
                </a:srgb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 name="Title 1">
            <a:extLst>
              <a:ext uri="{FF2B5EF4-FFF2-40B4-BE49-F238E27FC236}">
                <a16:creationId xmlns:a16="http://schemas.microsoft.com/office/drawing/2014/main" id="{3E11148C-8DD9-6154-C68C-8F67AD965837}"/>
              </a:ext>
            </a:extLst>
          </p:cNvPr>
          <p:cNvSpPr>
            <a:spLocks noGrp="1"/>
          </p:cNvSpPr>
          <p:nvPr>
            <p:ph type="title" hasCustomPrompt="1"/>
          </p:nvPr>
        </p:nvSpPr>
        <p:spPr>
          <a:xfrm>
            <a:off x="8531352" y="1792224"/>
            <a:ext cx="2322576" cy="3465576"/>
          </a:xfrm>
        </p:spPr>
        <p:txBody>
          <a:bodyPr anchor="ctr">
            <a:normAutofit/>
          </a:bodyPr>
          <a:lstStyle>
            <a:lvl1pPr algn="ctr">
              <a:lnSpc>
                <a:spcPct val="120000"/>
              </a:lnSpc>
              <a:defRPr sz="1600" b="0" cap="all" spc="400" baseline="0">
                <a:solidFill>
                  <a:schemeClr val="bg1"/>
                </a:solidFill>
                <a:latin typeface="+mn-lt"/>
              </a:defRPr>
            </a:lvl1pPr>
          </a:lstStyle>
          <a:p>
            <a:r>
              <a:rPr lang="en-US" dirty="0"/>
              <a:t>Quote Author</a:t>
            </a:r>
          </a:p>
        </p:txBody>
      </p:sp>
      <p:sp>
        <p:nvSpPr>
          <p:cNvPr id="7" name="Content Placeholder 6">
            <a:extLst>
              <a:ext uri="{FF2B5EF4-FFF2-40B4-BE49-F238E27FC236}">
                <a16:creationId xmlns:a16="http://schemas.microsoft.com/office/drawing/2014/main" id="{664F8300-91F9-3B16-1D97-7082381C6AB9}"/>
              </a:ext>
            </a:extLst>
          </p:cNvPr>
          <p:cNvSpPr>
            <a:spLocks noGrp="1"/>
          </p:cNvSpPr>
          <p:nvPr>
            <p:ph sz="quarter" idx="13" hasCustomPrompt="1"/>
          </p:nvPr>
        </p:nvSpPr>
        <p:spPr>
          <a:xfrm>
            <a:off x="1737360" y="1399032"/>
            <a:ext cx="5751576" cy="4041648"/>
          </a:xfrm>
        </p:spPr>
        <p:txBody>
          <a:bodyPr vert="horz" lIns="91440" tIns="45720" rIns="91440" bIns="45720" rtlCol="0" anchor="ctr">
            <a:normAutofit/>
          </a:bodyPr>
          <a:lstStyle>
            <a:lvl1pPr marL="182880" indent="-182880">
              <a:lnSpc>
                <a:spcPct val="110000"/>
              </a:lnSpc>
              <a:spcBef>
                <a:spcPts val="0"/>
              </a:spcBef>
              <a:buNone/>
              <a:defRPr lang="en-US" sz="3400" b="1" dirty="0">
                <a:latin typeface="+mj-lt"/>
              </a:defRPr>
            </a:lvl1pPr>
          </a:lstStyle>
          <a:p>
            <a:pPr lvl="0"/>
            <a:r>
              <a:rPr lang="en-US" dirty="0"/>
              <a:t>Click to edit Quote</a:t>
            </a:r>
          </a:p>
        </p:txBody>
      </p:sp>
      <p:sp>
        <p:nvSpPr>
          <p:cNvPr id="12" name="Date Placeholder 11">
            <a:extLst>
              <a:ext uri="{FF2B5EF4-FFF2-40B4-BE49-F238E27FC236}">
                <a16:creationId xmlns:a16="http://schemas.microsoft.com/office/drawing/2014/main" id="{D18FECD6-59B2-0E39-163B-DB3FB28DD902}"/>
              </a:ext>
            </a:extLst>
          </p:cNvPr>
          <p:cNvSpPr>
            <a:spLocks noGrp="1"/>
          </p:cNvSpPr>
          <p:nvPr>
            <p:ph type="dt" sz="half" idx="14"/>
          </p:nvPr>
        </p:nvSpPr>
        <p:spPr/>
        <p:txBody>
          <a:bodyPr/>
          <a:lstStyle>
            <a:lvl1pPr>
              <a:defRPr>
                <a:solidFill>
                  <a:schemeClr val="tx1"/>
                </a:solidFill>
              </a:defRPr>
            </a:lvl1pPr>
          </a:lstStyle>
          <a:p>
            <a:fld id="{993F7370-1EC1-45B2-A4ED-6E75D0D33CB2}" type="datetime2">
              <a:rPr lang="en-US" smtClean="0"/>
              <a:t>Monday, January 5, 2026</a:t>
            </a:fld>
            <a:endParaRPr lang="en-US" dirty="0"/>
          </a:p>
        </p:txBody>
      </p:sp>
      <p:sp>
        <p:nvSpPr>
          <p:cNvPr id="13" name="Footer Placeholder 12">
            <a:extLst>
              <a:ext uri="{FF2B5EF4-FFF2-40B4-BE49-F238E27FC236}">
                <a16:creationId xmlns:a16="http://schemas.microsoft.com/office/drawing/2014/main" id="{A98F5A93-8140-CBD8-D340-993817719AED}"/>
              </a:ext>
            </a:extLst>
          </p:cNvPr>
          <p:cNvSpPr>
            <a:spLocks noGrp="1"/>
          </p:cNvSpPr>
          <p:nvPr>
            <p:ph type="ftr" sz="quarter" idx="15"/>
          </p:nvPr>
        </p:nvSpPr>
        <p:spPr/>
        <p:txBody>
          <a:bodyPr/>
          <a:lstStyle/>
          <a:p>
            <a:r>
              <a:rPr lang="en-US"/>
              <a:t>Sample Footer Text</a:t>
            </a:r>
          </a:p>
        </p:txBody>
      </p:sp>
      <p:sp>
        <p:nvSpPr>
          <p:cNvPr id="14" name="Slide Number Placeholder 13">
            <a:extLst>
              <a:ext uri="{FF2B5EF4-FFF2-40B4-BE49-F238E27FC236}">
                <a16:creationId xmlns:a16="http://schemas.microsoft.com/office/drawing/2014/main" id="{1EF16B6F-7839-1AC1-F1B6-E5DD5CB264B2}"/>
              </a:ext>
            </a:extLst>
          </p:cNvPr>
          <p:cNvSpPr>
            <a:spLocks noGrp="1"/>
          </p:cNvSpPr>
          <p:nvPr>
            <p:ph type="sldNum" sz="quarter" idx="16"/>
          </p:nvPr>
        </p:nvSpPr>
        <p:spPr/>
        <p:txBody>
          <a:bodyPr/>
          <a:lstStyle>
            <a:lvl1pPr>
              <a:defRPr>
                <a:solidFill>
                  <a:schemeClr val="tx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1869499711"/>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1" y="294248"/>
            <a:ext cx="10844784" cy="958480"/>
          </a:xfrm>
        </p:spPr>
        <p:txBody>
          <a:bodyPr/>
          <a:lstStyle/>
          <a:p>
            <a:r>
              <a:rPr lang="en-US" dirty="0"/>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9" name="Text Placeholder 8">
            <a:extLst>
              <a:ext uri="{FF2B5EF4-FFF2-40B4-BE49-F238E27FC236}">
                <a16:creationId xmlns:a16="http://schemas.microsoft.com/office/drawing/2014/main" id="{DA7BFCD9-16A4-5745-7BB3-7836095FF16B}"/>
              </a:ext>
            </a:extLst>
          </p:cNvPr>
          <p:cNvSpPr>
            <a:spLocks noGrp="1"/>
          </p:cNvSpPr>
          <p:nvPr>
            <p:ph type="body" sz="quarter" idx="13"/>
          </p:nvPr>
        </p:nvSpPr>
        <p:spPr>
          <a:xfrm>
            <a:off x="731521" y="1563624"/>
            <a:ext cx="5074920" cy="45720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Text Placeholder 10">
            <a:extLst>
              <a:ext uri="{FF2B5EF4-FFF2-40B4-BE49-F238E27FC236}">
                <a16:creationId xmlns:a16="http://schemas.microsoft.com/office/drawing/2014/main" id="{F30EDC57-7D17-D4C8-5C60-A44A480EA997}"/>
              </a:ext>
            </a:extLst>
          </p:cNvPr>
          <p:cNvSpPr>
            <a:spLocks noGrp="1"/>
          </p:cNvSpPr>
          <p:nvPr>
            <p:ph type="body" sz="quarter" idx="14"/>
          </p:nvPr>
        </p:nvSpPr>
        <p:spPr>
          <a:xfrm>
            <a:off x="6501384" y="1563624"/>
            <a:ext cx="5074920" cy="45720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A4DB88F3-C7E5-4A3A-8622-BE18DF2C9CD0}" type="datetime2">
              <a:rPr lang="en-US" smtClean="0"/>
              <a:t>Monday, January 5, 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17816915"/>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731520" y="292608"/>
            <a:ext cx="10844784" cy="960120"/>
          </a:xfrm>
        </p:spPr>
        <p:txBody>
          <a:bodyPr/>
          <a:lstStyle/>
          <a:p>
            <a:r>
              <a:rPr lang="en-US" dirty="0"/>
              <a:t>Click to edit Master title style</a:t>
            </a:r>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p>
            <a:r>
              <a:rPr lang="en-US"/>
              <a:t>Sample Footer Text</a:t>
            </a:r>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731074" y="1380744"/>
            <a:ext cx="5074920"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11" name="Text Placeholder 10">
            <a:extLst>
              <a:ext uri="{FF2B5EF4-FFF2-40B4-BE49-F238E27FC236}">
                <a16:creationId xmlns:a16="http://schemas.microsoft.com/office/drawing/2014/main" id="{7B5BB1DC-4DAA-D220-25A9-5752C158FDD3}"/>
              </a:ext>
            </a:extLst>
          </p:cNvPr>
          <p:cNvSpPr>
            <a:spLocks noGrp="1"/>
          </p:cNvSpPr>
          <p:nvPr>
            <p:ph type="body" sz="quarter" idx="13"/>
          </p:nvPr>
        </p:nvSpPr>
        <p:spPr>
          <a:xfrm>
            <a:off x="731520" y="2020888"/>
            <a:ext cx="5074920" cy="4114736"/>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501384" y="1380744"/>
            <a:ext cx="5074920"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13" name="Text Placeholder 12">
            <a:extLst>
              <a:ext uri="{FF2B5EF4-FFF2-40B4-BE49-F238E27FC236}">
                <a16:creationId xmlns:a16="http://schemas.microsoft.com/office/drawing/2014/main" id="{BAB67A04-5E8D-18C5-D47A-A5B5CFE568A1}"/>
              </a:ext>
            </a:extLst>
          </p:cNvPr>
          <p:cNvSpPr>
            <a:spLocks noGrp="1"/>
          </p:cNvSpPr>
          <p:nvPr>
            <p:ph type="body" sz="quarter" idx="14"/>
          </p:nvPr>
        </p:nvSpPr>
        <p:spPr>
          <a:xfrm>
            <a:off x="6500622" y="2020888"/>
            <a:ext cx="5074920" cy="4114736"/>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lstStyle/>
          <a:p>
            <a:fld id="{E8B58457-C0B1-48D7-AA49-8444851E001C}" type="datetime2">
              <a:rPr lang="en-US" smtClean="0"/>
              <a:t>Monday, January 5, 2026</a:t>
            </a:fld>
            <a:endParaRPr lang="en-US"/>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697252130"/>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a:xfrm>
            <a:off x="731520" y="292608"/>
            <a:ext cx="9985248" cy="960120"/>
          </a:xfrm>
        </p:spPr>
        <p:txBody>
          <a:bodyPr/>
          <a:lstStyle/>
          <a:p>
            <a:r>
              <a:rPr lang="en-US" dirty="0"/>
              <a:t>Click to edit Master title style</a:t>
            </a:r>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p>
            <a:r>
              <a:rPr lang="en-US"/>
              <a:t>Sample Footer Text</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fld id="{5E425F8A-070F-4C2E-8BEF-7769438DDE34}" type="datetime2">
              <a:rPr lang="en-US" smtClean="0"/>
              <a:t>Monday, January 5, 2026</a:t>
            </a:fld>
            <a:endParaRPr lang="en-US"/>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469417040"/>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p>
            <a:r>
              <a:rPr lang="en-US"/>
              <a:t>Sample Footer Text</a:t>
            </a:r>
          </a:p>
        </p:txBody>
      </p:sp>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p>
            <a:fld id="{682FA0DE-C1EF-4C95-BCFB-EDA7D552732F}" type="datetime2">
              <a:rPr lang="en-US" smtClean="0"/>
              <a:t>Monday, January 5, 2026</a:t>
            </a:fld>
            <a:endParaRPr lang="en-US"/>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418740837"/>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731520" y="553616"/>
            <a:ext cx="3595634" cy="1757505"/>
          </a:xfrm>
        </p:spPr>
        <p:txBody>
          <a:bodyPr anchor="t">
            <a:normAutofit/>
          </a:bodyPr>
          <a:lstStyle>
            <a:lvl1pPr>
              <a:defRPr sz="2800"/>
            </a:lvl1pPr>
          </a:lstStyle>
          <a:p>
            <a:r>
              <a:rPr lang="en-US" dirty="0"/>
              <a:t>Click to edit Master title style</a:t>
            </a:r>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p:txBody>
          <a:bodyPr/>
          <a:lstStyle/>
          <a:p>
            <a:r>
              <a:rPr lang="en-US"/>
              <a:t>Sample Footer Text</a:t>
            </a:r>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731520" y="2311121"/>
            <a:ext cx="3309608" cy="3993263"/>
          </a:xfrm>
        </p:spPr>
        <p:txBody>
          <a:bodyPr anchor="t">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5136995" y="553616"/>
            <a:ext cx="6439309" cy="5752566"/>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p:txBody>
          <a:bodyPr/>
          <a:lstStyle/>
          <a:p>
            <a:fld id="{62CA9131-97A4-4253-BF80-685917177C53}" type="datetime2">
              <a:rPr lang="en-US" smtClean="0"/>
              <a:t>Monday, January 5, 2026</a:t>
            </a:fld>
            <a:endParaRPr lang="en-US"/>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651236205"/>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731520" y="557784"/>
            <a:ext cx="3713996" cy="2212313"/>
          </a:xfrm>
        </p:spPr>
        <p:txBody>
          <a:bodyPr anchor="t">
            <a:normAutofit/>
          </a:bodyPr>
          <a:lstStyle>
            <a:lvl1pPr>
              <a:defRPr sz="3200"/>
            </a:lvl1pPr>
          </a:lstStyle>
          <a:p>
            <a:r>
              <a:rPr lang="en-US" dirty="0"/>
              <a:t>Click to edit Master title style</a:t>
            </a:r>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p:txBody>
          <a:bodyPr/>
          <a:lstStyle/>
          <a:p>
            <a:r>
              <a:rPr lang="en-US"/>
              <a:t>Sample Footer Text</a:t>
            </a:r>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731520" y="2826137"/>
            <a:ext cx="3310128" cy="3153877"/>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9" name="Picture Placeholder 8">
            <a:extLst>
              <a:ext uri="{FF2B5EF4-FFF2-40B4-BE49-F238E27FC236}">
                <a16:creationId xmlns:a16="http://schemas.microsoft.com/office/drawing/2014/main" id="{6E5A5D34-8853-9D0F-8F1B-90E5CC5A7D5F}"/>
              </a:ext>
            </a:extLst>
          </p:cNvPr>
          <p:cNvSpPr>
            <a:spLocks noGrp="1"/>
          </p:cNvSpPr>
          <p:nvPr>
            <p:ph type="pic" sz="quarter" idx="13" hasCustomPrompt="1"/>
          </p:nvPr>
        </p:nvSpPr>
        <p:spPr>
          <a:xfrm>
            <a:off x="5421313" y="603504"/>
            <a:ext cx="6154737" cy="5376510"/>
          </a:xfrm>
          <a:blipFill>
            <a:blip r:embed="rId2">
              <a:alphaModFix amt="70000"/>
            </a:blip>
            <a:stretch>
              <a:fillRect/>
            </a:stretch>
          </a:blipFill>
        </p:spPr>
        <p:txBody>
          <a:bodyPr/>
          <a:lstStyle>
            <a:lvl1pPr marL="0" indent="0">
              <a:buNone/>
              <a:defRPr/>
            </a:lvl1pPr>
          </a:lstStyle>
          <a:p>
            <a:r>
              <a:rPr lang="en-US" dirty="0"/>
              <a:t>.</a:t>
            </a:r>
          </a:p>
        </p:txBody>
      </p:sp>
      <p:sp>
        <p:nvSpPr>
          <p:cNvPr id="5" name="Date Placeholder 4">
            <a:extLst>
              <a:ext uri="{FF2B5EF4-FFF2-40B4-BE49-F238E27FC236}">
                <a16:creationId xmlns:a16="http://schemas.microsoft.com/office/drawing/2014/main" id="{920B235E-39C7-4C78-20EF-DB48ECD9CB90}"/>
              </a:ext>
            </a:extLst>
          </p:cNvPr>
          <p:cNvSpPr>
            <a:spLocks noGrp="1"/>
          </p:cNvSpPr>
          <p:nvPr>
            <p:ph type="dt" sz="half" idx="10"/>
          </p:nvPr>
        </p:nvSpPr>
        <p:spPr/>
        <p:txBody>
          <a:bodyPr/>
          <a:lstStyle/>
          <a:p>
            <a:fld id="{A2EAB38C-EAAD-4752-A6B6-9F33A31C7FA1}" type="datetime2">
              <a:rPr lang="en-US" smtClean="0"/>
              <a:t>Monday, January 5, 2026</a:t>
            </a:fld>
            <a:endParaRPr lang="en-US"/>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308082459"/>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Conclusion">
    <p:bg>
      <p:bgRef idx="1001">
        <a:schemeClr val="bg1"/>
      </p:bgRef>
    </p:bg>
    <p:spTree>
      <p:nvGrpSpPr>
        <p:cNvPr id="1" name=""/>
        <p:cNvGrpSpPr/>
        <p:nvPr/>
      </p:nvGrpSpPr>
      <p:grpSpPr>
        <a:xfrm>
          <a:off x="0" y="0"/>
          <a:ext cx="0" cy="0"/>
          <a:chOff x="0" y="0"/>
          <a:chExt cx="0" cy="0"/>
        </a:xfrm>
      </p:grpSpPr>
      <p:sp useBgFill="1">
        <p:nvSpPr>
          <p:cNvPr id="3" name="Rectangle 2">
            <a:extLst>
              <a:ext uri="{FF2B5EF4-FFF2-40B4-BE49-F238E27FC236}">
                <a16:creationId xmlns:a16="http://schemas.microsoft.com/office/drawing/2014/main" id="{80E46A2F-19F0-DFCD-9CE3-04C79F793D8F}"/>
              </a:ext>
            </a:extLst>
          </p:cNvPr>
          <p:cNvSpPr/>
          <p:nvPr/>
        </p:nvSpPr>
        <p:spPr>
          <a:xfrm>
            <a:off x="0" y="0"/>
            <a:ext cx="12192000" cy="6858000"/>
          </a:xfrm>
          <a:prstGeom prst="rect">
            <a:avLst/>
          </a:prstGeom>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Neue Haas Grotesk Text Pro"/>
              <a:ea typeface="+mn-ea"/>
              <a:cs typeface="+mn-cs"/>
            </a:endParaRPr>
          </a:p>
        </p:txBody>
      </p:sp>
      <p:sp>
        <p:nvSpPr>
          <p:cNvPr id="7" name="Rectangle 6">
            <a:extLst>
              <a:ext uri="{FF2B5EF4-FFF2-40B4-BE49-F238E27FC236}">
                <a16:creationId xmlns:a16="http://schemas.microsoft.com/office/drawing/2014/main" id="{C51DC8D0-ECB3-9C81-4ADA-D2C30B00B146}"/>
              </a:ext>
            </a:extLst>
          </p:cNvPr>
          <p:cNvSpPr/>
          <p:nvPr/>
        </p:nvSpPr>
        <p:spPr>
          <a:xfrm>
            <a:off x="-6" y="1"/>
            <a:ext cx="12192006" cy="3200400"/>
          </a:xfrm>
          <a:prstGeom prst="rect">
            <a:avLst/>
          </a:prstGeom>
          <a:gradFill>
            <a:gsLst>
              <a:gs pos="8000">
                <a:srgbClr val="D861D4"/>
              </a:gs>
              <a:gs pos="100000">
                <a:srgbClr val="DA002F">
                  <a:alpha val="77647"/>
                </a:srgbClr>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E2A9673D-65B2-D6C4-C53F-8652E7E8A8A2}"/>
              </a:ext>
            </a:extLst>
          </p:cNvPr>
          <p:cNvSpPr/>
          <p:nvPr/>
        </p:nvSpPr>
        <p:spPr>
          <a:xfrm rot="16200000">
            <a:off x="4495799" y="-4495803"/>
            <a:ext cx="3200402" cy="12192003"/>
          </a:xfrm>
          <a:prstGeom prst="rect">
            <a:avLst/>
          </a:prstGeom>
          <a:gradFill>
            <a:gsLst>
              <a:gs pos="0">
                <a:srgbClr val="FE4A00">
                  <a:alpha val="49804"/>
                </a:srgbClr>
              </a:gs>
              <a:gs pos="99000">
                <a:srgbClr val="92248E">
                  <a:alpha val="62353"/>
                </a:srgbClr>
              </a:gs>
            </a:gsLst>
            <a:lin ang="19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632E07E3-56CC-285D-C461-695C95F6ECD4}"/>
              </a:ext>
            </a:extLst>
          </p:cNvPr>
          <p:cNvSpPr/>
          <p:nvPr/>
        </p:nvSpPr>
        <p:spPr>
          <a:xfrm rot="10800000">
            <a:off x="8115300" y="-1"/>
            <a:ext cx="4076700" cy="3200400"/>
          </a:xfrm>
          <a:prstGeom prst="rect">
            <a:avLst/>
          </a:prstGeom>
          <a:gradFill>
            <a:gsLst>
              <a:gs pos="0">
                <a:srgbClr val="DA002F">
                  <a:alpha val="12941"/>
                </a:srgbClr>
              </a:gs>
              <a:gs pos="84000">
                <a:srgbClr val="FF907A">
                  <a:alpha val="20000"/>
                </a:srgbClr>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Shape 10">
            <a:extLst>
              <a:ext uri="{FF2B5EF4-FFF2-40B4-BE49-F238E27FC236}">
                <a16:creationId xmlns:a16="http://schemas.microsoft.com/office/drawing/2014/main" id="{F013C450-5422-C684-DC49-499D1A1B957B}"/>
              </a:ext>
            </a:extLst>
          </p:cNvPr>
          <p:cNvSpPr/>
          <p:nvPr/>
        </p:nvSpPr>
        <p:spPr>
          <a:xfrm rot="12508972">
            <a:off x="5601200" y="-1241452"/>
            <a:ext cx="4600694" cy="3518859"/>
          </a:xfrm>
          <a:custGeom>
            <a:avLst/>
            <a:gdLst>
              <a:gd name="connsiteX0" fmla="*/ 4600694 w 4600694"/>
              <a:gd name="connsiteY0" fmla="*/ 1140993 h 3518859"/>
              <a:gd name="connsiteX1" fmla="*/ 218087 w 4600694"/>
              <a:gd name="connsiteY1" fmla="*/ 3518859 h 3518859"/>
              <a:gd name="connsiteX2" fmla="*/ 141518 w 4600694"/>
              <a:gd name="connsiteY2" fmla="*/ 3334617 h 3518859"/>
              <a:gd name="connsiteX3" fmla="*/ 0 w 4600694"/>
              <a:gd name="connsiteY3" fmla="*/ 2502877 h 3518859"/>
              <a:gd name="connsiteX4" fmla="*/ 2502877 w 4600694"/>
              <a:gd name="connsiteY4" fmla="*/ 0 h 3518859"/>
              <a:gd name="connsiteX5" fmla="*/ 4526396 w 4600694"/>
              <a:gd name="connsiteY5" fmla="*/ 1029569 h 35188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00694" h="3518859">
                <a:moveTo>
                  <a:pt x="4600694" y="1140993"/>
                </a:moveTo>
                <a:lnTo>
                  <a:pt x="218087" y="3518859"/>
                </a:lnTo>
                <a:lnTo>
                  <a:pt x="141518" y="3334617"/>
                </a:lnTo>
                <a:cubicBezTo>
                  <a:pt x="49860" y="3074390"/>
                  <a:pt x="0" y="2794456"/>
                  <a:pt x="0" y="2502877"/>
                </a:cubicBezTo>
                <a:cubicBezTo>
                  <a:pt x="0" y="1120576"/>
                  <a:pt x="1120576" y="0"/>
                  <a:pt x="2502877" y="0"/>
                </a:cubicBezTo>
                <a:cubicBezTo>
                  <a:pt x="3334417" y="0"/>
                  <a:pt x="4071245" y="405511"/>
                  <a:pt x="4526396" y="1029569"/>
                </a:cubicBezTo>
                <a:close/>
              </a:path>
            </a:pathLst>
          </a:custGeom>
          <a:gradFill>
            <a:gsLst>
              <a:gs pos="31000">
                <a:srgbClr val="FF907A">
                  <a:alpha val="0"/>
                </a:srgbClr>
              </a:gs>
              <a:gs pos="85000">
                <a:srgbClr val="FFBCAF">
                  <a:alpha val="23000"/>
                </a:srgb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731520" y="1179576"/>
            <a:ext cx="10881360" cy="1728216"/>
          </a:xfrm>
        </p:spPr>
        <p:txBody>
          <a:bodyPr anchor="b">
            <a:normAutofit/>
          </a:bodyPr>
          <a:lstStyle>
            <a:lvl1pPr>
              <a:defRPr sz="6000">
                <a:solidFill>
                  <a:schemeClr val="bg1"/>
                </a:solidFill>
              </a:defRPr>
            </a:lvl1pPr>
          </a:lstStyle>
          <a:p>
            <a:r>
              <a:rPr lang="en-US" dirty="0"/>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bg1"/>
                </a:solidFill>
              </a:defRPr>
            </a:lvl1pPr>
          </a:lstStyle>
          <a:p>
            <a:r>
              <a:rPr lang="en-US"/>
              <a:t>Sample Footer Text</a:t>
            </a:r>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731520" y="3657600"/>
            <a:ext cx="10881360" cy="274320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770D6DD4-D4A4-4FD2-90EE-29743B49734D}" type="datetime2">
              <a:rPr lang="en-US" smtClean="0"/>
              <a:t>Monday, January 5, 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2445630833"/>
      </p:ext>
    </p:extLst>
  </p:cSld>
  <p:clrMapOvr>
    <a:overrideClrMapping bg1="lt1" tx1="dk1" bg2="lt2" tx2="dk2" accent1="accent1" accent2="accent2" accent3="accent3" accent4="accent4" accent5="accent5" accent6="accent6" hlink="hlink" folHlink="folHlink"/>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Conclusion 2">
    <p:bg>
      <p:bgRef idx="1001">
        <a:schemeClr val="bg1"/>
      </p:bgRef>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E3875154-47EA-9315-F160-02DA5541D650}"/>
              </a:ext>
            </a:extLst>
          </p:cNvPr>
          <p:cNvSpPr/>
          <p:nvPr/>
        </p:nvSpPr>
        <p:spPr>
          <a:xfrm>
            <a:off x="0" y="0"/>
            <a:ext cx="12192000" cy="6858000"/>
          </a:xfrm>
          <a:prstGeom prst="rect">
            <a:avLst/>
          </a:prstGeom>
          <a:solidFill>
            <a:srgbClr val="FFFFFF"/>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Neue Haas Grotesk Text Pro"/>
              <a:ea typeface="+mn-ea"/>
              <a:cs typeface="+mn-cs"/>
            </a:endParaRPr>
          </a:p>
        </p:txBody>
      </p:sp>
      <p:sp>
        <p:nvSpPr>
          <p:cNvPr id="8" name="Rectangle 7">
            <a:extLst>
              <a:ext uri="{FF2B5EF4-FFF2-40B4-BE49-F238E27FC236}">
                <a16:creationId xmlns:a16="http://schemas.microsoft.com/office/drawing/2014/main" id="{9617130E-6216-789E-BE08-6D1E3E75622B}"/>
              </a:ext>
            </a:extLst>
          </p:cNvPr>
          <p:cNvSpPr/>
          <p:nvPr/>
        </p:nvSpPr>
        <p:spPr>
          <a:xfrm>
            <a:off x="-6" y="1"/>
            <a:ext cx="12192006" cy="3200400"/>
          </a:xfrm>
          <a:prstGeom prst="rect">
            <a:avLst/>
          </a:prstGeom>
          <a:gradFill>
            <a:gsLst>
              <a:gs pos="8000">
                <a:srgbClr val="D861D4"/>
              </a:gs>
              <a:gs pos="100000">
                <a:srgbClr val="DA002F">
                  <a:alpha val="77647"/>
                </a:srgbClr>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17499983-7B9C-7C3D-25C2-1715A4226DE4}"/>
              </a:ext>
            </a:extLst>
          </p:cNvPr>
          <p:cNvSpPr/>
          <p:nvPr/>
        </p:nvSpPr>
        <p:spPr>
          <a:xfrm rot="16200000">
            <a:off x="4495799" y="-4495803"/>
            <a:ext cx="3200402" cy="12192003"/>
          </a:xfrm>
          <a:prstGeom prst="rect">
            <a:avLst/>
          </a:prstGeom>
          <a:gradFill>
            <a:gsLst>
              <a:gs pos="0">
                <a:srgbClr val="FE4A00">
                  <a:alpha val="49804"/>
                </a:srgbClr>
              </a:gs>
              <a:gs pos="99000">
                <a:srgbClr val="92248E">
                  <a:alpha val="62353"/>
                </a:srgbClr>
              </a:gs>
            </a:gsLst>
            <a:lin ang="19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00492B90-6109-F01B-1ABB-6BED7A1F1389}"/>
              </a:ext>
            </a:extLst>
          </p:cNvPr>
          <p:cNvSpPr/>
          <p:nvPr/>
        </p:nvSpPr>
        <p:spPr>
          <a:xfrm rot="10800000">
            <a:off x="8115300" y="-5"/>
            <a:ext cx="4076700" cy="3200404"/>
          </a:xfrm>
          <a:prstGeom prst="rect">
            <a:avLst/>
          </a:prstGeom>
          <a:gradFill>
            <a:gsLst>
              <a:gs pos="0">
                <a:srgbClr val="DA002F">
                  <a:alpha val="12941"/>
                </a:srgbClr>
              </a:gs>
              <a:gs pos="84000">
                <a:srgbClr val="FF907A">
                  <a:alpha val="20000"/>
                </a:srgbClr>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Shape 10">
            <a:extLst>
              <a:ext uri="{FF2B5EF4-FFF2-40B4-BE49-F238E27FC236}">
                <a16:creationId xmlns:a16="http://schemas.microsoft.com/office/drawing/2014/main" id="{A8F1BDFB-261A-F796-17BC-584DAB2E77B1}"/>
              </a:ext>
            </a:extLst>
          </p:cNvPr>
          <p:cNvSpPr/>
          <p:nvPr/>
        </p:nvSpPr>
        <p:spPr>
          <a:xfrm rot="12508972">
            <a:off x="5601200" y="-1241452"/>
            <a:ext cx="4600694" cy="3518859"/>
          </a:xfrm>
          <a:custGeom>
            <a:avLst/>
            <a:gdLst>
              <a:gd name="connsiteX0" fmla="*/ 4600694 w 4600694"/>
              <a:gd name="connsiteY0" fmla="*/ 1140993 h 3518859"/>
              <a:gd name="connsiteX1" fmla="*/ 218087 w 4600694"/>
              <a:gd name="connsiteY1" fmla="*/ 3518859 h 3518859"/>
              <a:gd name="connsiteX2" fmla="*/ 141518 w 4600694"/>
              <a:gd name="connsiteY2" fmla="*/ 3334617 h 3518859"/>
              <a:gd name="connsiteX3" fmla="*/ 0 w 4600694"/>
              <a:gd name="connsiteY3" fmla="*/ 2502877 h 3518859"/>
              <a:gd name="connsiteX4" fmla="*/ 2502877 w 4600694"/>
              <a:gd name="connsiteY4" fmla="*/ 0 h 3518859"/>
              <a:gd name="connsiteX5" fmla="*/ 4526396 w 4600694"/>
              <a:gd name="connsiteY5" fmla="*/ 1029569 h 35188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00694" h="3518859">
                <a:moveTo>
                  <a:pt x="4600694" y="1140993"/>
                </a:moveTo>
                <a:lnTo>
                  <a:pt x="218087" y="3518859"/>
                </a:lnTo>
                <a:lnTo>
                  <a:pt x="141518" y="3334617"/>
                </a:lnTo>
                <a:cubicBezTo>
                  <a:pt x="49860" y="3074390"/>
                  <a:pt x="0" y="2794456"/>
                  <a:pt x="0" y="2502877"/>
                </a:cubicBezTo>
                <a:cubicBezTo>
                  <a:pt x="0" y="1120576"/>
                  <a:pt x="1120576" y="0"/>
                  <a:pt x="2502877" y="0"/>
                </a:cubicBezTo>
                <a:cubicBezTo>
                  <a:pt x="3334417" y="0"/>
                  <a:pt x="4071245" y="405511"/>
                  <a:pt x="4526396" y="1029569"/>
                </a:cubicBezTo>
                <a:close/>
              </a:path>
            </a:pathLst>
          </a:custGeom>
          <a:gradFill>
            <a:gsLst>
              <a:gs pos="31000">
                <a:srgbClr val="FF907A">
                  <a:alpha val="0"/>
                </a:srgbClr>
              </a:gs>
              <a:gs pos="85000">
                <a:srgbClr val="FFBCAF">
                  <a:alpha val="23000"/>
                </a:srgb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731520" y="1179576"/>
            <a:ext cx="9994392" cy="1728216"/>
          </a:xfrm>
        </p:spPr>
        <p:txBody>
          <a:bodyPr anchor="b">
            <a:normAutofit/>
          </a:bodyPr>
          <a:lstStyle>
            <a:lvl1pPr>
              <a:defRPr sz="6000">
                <a:solidFill>
                  <a:schemeClr val="bg1"/>
                </a:solidFill>
              </a:defRPr>
            </a:lvl1pPr>
          </a:lstStyle>
          <a:p>
            <a:r>
              <a:rPr lang="en-US" dirty="0"/>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bg1"/>
                </a:solidFill>
              </a:defRPr>
            </a:lvl1pPr>
          </a:lstStyle>
          <a:p>
            <a:r>
              <a:rPr lang="en-US"/>
              <a:t>Sample Footer Text</a:t>
            </a:r>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731520" y="3931920"/>
            <a:ext cx="9994392" cy="1806728"/>
          </a:xfrm>
        </p:spPr>
        <p:txBody>
          <a:bodyPr vert="horz" lIns="91440" tIns="45720" rIns="91440" bIns="45720" rtlCol="0">
            <a:normAutofit/>
          </a:bodyPr>
          <a:lstStyle>
            <a:lvl1pPr marL="0" indent="0">
              <a:buNone/>
              <a:defRPr lang="en-US" sz="2400" dirty="0"/>
            </a:lvl1pPr>
            <a:lvl2pPr marL="228600" indent="0">
              <a:buNone/>
              <a:defRPr lang="en-US" sz="2000" dirty="0"/>
            </a:lvl2pPr>
            <a:lvl3pPr marL="457200" indent="0">
              <a:buNone/>
              <a:defRPr lang="en-US" sz="1800" dirty="0"/>
            </a:lvl3pPr>
            <a:lvl4pPr marL="685800" indent="0">
              <a:buNone/>
              <a:defRPr lang="en-US" sz="1600" dirty="0"/>
            </a:lvl4pPr>
            <a:lvl5pPr marL="914400" indent="0">
              <a:buNone/>
              <a:defRPr lang="en-US" sz="1400" dirty="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D7812B7D-2375-41E3-8CF6-637C0157FD6F}" type="datetime2">
              <a:rPr lang="en-US" smtClean="0"/>
              <a:t>Monday, January 5, 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3392190842"/>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2E3211F5-0F92-9768-CA9E-42BD20D242AD}"/>
              </a:ext>
            </a:extLst>
          </p:cNvPr>
          <p:cNvSpPr/>
          <p:nvPr/>
        </p:nvSpPr>
        <p:spPr>
          <a:xfrm rot="10800000" flipH="1">
            <a:off x="0" y="6410026"/>
            <a:ext cx="12192000" cy="448056"/>
          </a:xfrm>
          <a:prstGeom prst="rect">
            <a:avLst/>
          </a:prstGeom>
          <a:gradFill>
            <a:gsLst>
              <a:gs pos="62000">
                <a:srgbClr val="FE4A00">
                  <a:alpha val="66667"/>
                </a:srgbClr>
              </a:gs>
              <a:gs pos="100000">
                <a:srgbClr val="DA002F">
                  <a:alpha val="84706"/>
                </a:srgb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26965722-DE3B-A05F-AE94-E31AF26EBF9D}"/>
              </a:ext>
            </a:extLst>
          </p:cNvPr>
          <p:cNvSpPr/>
          <p:nvPr/>
        </p:nvSpPr>
        <p:spPr>
          <a:xfrm flipH="1">
            <a:off x="4076700" y="6409937"/>
            <a:ext cx="8115298" cy="448063"/>
          </a:xfrm>
          <a:prstGeom prst="rect">
            <a:avLst/>
          </a:prstGeom>
          <a:gradFill>
            <a:gsLst>
              <a:gs pos="9000">
                <a:srgbClr val="E349BB">
                  <a:alpha val="61961"/>
                </a:srgbClr>
              </a:gs>
              <a:gs pos="99000">
                <a:srgbClr val="92248E"/>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1033272" y="347472"/>
            <a:ext cx="9985248" cy="1325880"/>
          </a:xfrm>
          <a:prstGeom prst="rect">
            <a:avLst/>
          </a:prstGeom>
        </p:spPr>
        <p:txBody>
          <a:bodyPr vert="horz" lIns="91440" tIns="45720" rIns="91440" bIns="45720" rtlCol="0" anchor="b">
            <a:normAutofit/>
          </a:bodyPr>
          <a:lstStyle/>
          <a:p>
            <a:r>
              <a:rPr lang="en-US" dirty="0"/>
              <a:t>Click to edit Master title style</a:t>
            </a:r>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1033272" y="1837944"/>
            <a:ext cx="9985248" cy="4352544"/>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rot="5400000">
            <a:off x="-1581912" y="1682496"/>
            <a:ext cx="3557016" cy="365760"/>
          </a:xfrm>
          <a:prstGeom prst="rect">
            <a:avLst/>
          </a:prstGeom>
        </p:spPr>
        <p:txBody>
          <a:bodyPr vert="horz" lIns="91440" tIns="45720" rIns="91440" bIns="45720" rtlCol="0" anchor="ctr"/>
          <a:lstStyle>
            <a:lvl1pPr algn="l">
              <a:defRPr sz="800" b="1">
                <a:solidFill>
                  <a:schemeClr val="tx1"/>
                </a:solidFill>
                <a:latin typeface="+mj-lt"/>
              </a:defRPr>
            </a:lvl1pPr>
          </a:lstStyle>
          <a:p>
            <a:r>
              <a:rPr lang="en-US"/>
              <a:t>Sample Footer Text</a:t>
            </a:r>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6922008" y="6455664"/>
            <a:ext cx="4672584" cy="365760"/>
          </a:xfrm>
          <a:prstGeom prst="rect">
            <a:avLst/>
          </a:prstGeom>
        </p:spPr>
        <p:txBody>
          <a:bodyPr vert="horz" lIns="91440" tIns="45720" rIns="91440" bIns="45720" rtlCol="0" anchor="ctr"/>
          <a:lstStyle>
            <a:lvl1pPr algn="r">
              <a:defRPr sz="800" cap="all" spc="300" baseline="0">
                <a:solidFill>
                  <a:schemeClr val="bg1"/>
                </a:solidFill>
              </a:defRPr>
            </a:lvl1pPr>
          </a:lstStyle>
          <a:p>
            <a:fld id="{7FA31CB7-48AA-4691-B614-160E906C518A}" type="datetime2">
              <a:rPr lang="en-US" smtClean="0"/>
              <a:t>Monday, January 5, 2026</a:t>
            </a:fld>
            <a:endParaRPr lang="en-US"/>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576304" y="6455664"/>
            <a:ext cx="548640" cy="365760"/>
          </a:xfrm>
          <a:prstGeom prst="rect">
            <a:avLst/>
          </a:prstGeom>
        </p:spPr>
        <p:txBody>
          <a:bodyPr vert="horz" lIns="91440" tIns="45720" rIns="91440" bIns="45720" rtlCol="0" anchor="ctr"/>
          <a:lstStyle>
            <a:lvl1pPr algn="r">
              <a:defRPr sz="800" spc="200" baseline="0">
                <a:solidFill>
                  <a:schemeClr val="bg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971932595"/>
      </p:ext>
    </p:extLst>
  </p:cSld>
  <p:clrMap bg1="lt1" tx1="dk1" bg2="lt2" tx2="dk2" accent1="accent1" accent2="accent2" accent3="accent3" accent4="accent4" accent5="accent5" accent6="accent6" hlink="hlink" folHlink="folHlink"/>
  <p:sldLayoutIdLst>
    <p:sldLayoutId id="2147483862" r:id="rId1"/>
    <p:sldLayoutId id="2147483863" r:id="rId2"/>
    <p:sldLayoutId id="2147483864" r:id="rId3"/>
    <p:sldLayoutId id="2147483865" r:id="rId4"/>
    <p:sldLayoutId id="2147483866" r:id="rId5"/>
    <p:sldLayoutId id="2147483867" r:id="rId6"/>
    <p:sldLayoutId id="2147483868" r:id="rId7"/>
    <p:sldLayoutId id="2147483869" r:id="rId8"/>
    <p:sldLayoutId id="2147483870" r:id="rId9"/>
    <p:sldLayoutId id="2147483871" r:id="rId10"/>
    <p:sldLayoutId id="2147483872" r:id="rId11"/>
    <p:sldLayoutId id="2147483873" r:id="rId12"/>
    <p:sldLayoutId id="2147483874" r:id="rId13"/>
    <p:sldLayoutId id="2147483875" r:id="rId14"/>
    <p:sldLayoutId id="2147483876" r:id="rId15"/>
    <p:sldLayoutId id="2147483877" r:id="rId16"/>
    <p:sldLayoutId id="2147483878" r:id="rId17"/>
    <p:sldLayoutId id="2147483879" r:id="rId18"/>
    <p:sldLayoutId id="2147483880" r:id="rId19"/>
    <p:sldLayoutId id="2147483881" r:id="rId20"/>
    <p:sldLayoutId id="2147483882" r:id="rId21"/>
    <p:sldLayoutId id="2147483883" r:id="rId22"/>
    <p:sldLayoutId id="2147483884" r:id="rId23"/>
    <p:sldLayoutId id="2147483885" r:id="rId24"/>
    <p:sldLayoutId id="2147483886" r:id="rId25"/>
    <p:sldLayoutId id="2147483887" r:id="rId26"/>
    <p:sldLayoutId id="2147483888" r:id="rId27"/>
    <p:sldLayoutId id="2147483889" r:id="rId28"/>
    <p:sldLayoutId id="2147483890" r:id="rId29"/>
    <p:sldLayoutId id="2147483891" r:id="rId30"/>
    <p:sldLayoutId id="2147483892" r:id="rId31"/>
    <p:sldLayoutId id="2147483861" r:id="rId32"/>
    <p:sldLayoutId id="2147483893" r:id="rId33"/>
    <p:sldLayoutId id="2147483894" r:id="rId34"/>
    <p:sldLayoutId id="2147483895" r:id="rId35"/>
    <p:sldLayoutId id="2147483896" r:id="rId36"/>
    <p:sldLayoutId id="2147483897" r:id="rId37"/>
    <p:sldLayoutId id="2147483898" r:id="rId38"/>
    <p:sldLayoutId id="2147483899" r:id="rId39"/>
    <p:sldLayoutId id="2147483907" r:id="rId40"/>
    <p:sldLayoutId id="2147483900" r:id="rId41"/>
    <p:sldLayoutId id="2147483901" r:id="rId42"/>
    <p:sldLayoutId id="2147483902" r:id="rId43"/>
    <p:sldLayoutId id="2147483903" r:id="rId44"/>
    <p:sldLayoutId id="2147483904" r:id="rId45"/>
    <p:sldLayoutId id="2147483905" r:id="rId46"/>
    <p:sldLayoutId id="2147483906" r:id="rId47"/>
    <p:sldLayoutId id="2147483860" r:id="rId48"/>
  </p:sldLayoutIdLst>
  <p:hf sldNum="0" hdr="0" ftr="0" dt="0"/>
  <p:txStyles>
    <p:titleStyle>
      <a:lvl1pPr algn="l" defTabSz="914400" rtl="0" eaLnBrk="1" latinLnBrk="0" hangingPunct="1">
        <a:lnSpc>
          <a:spcPct val="90000"/>
        </a:lnSpc>
        <a:spcBef>
          <a:spcPct val="0"/>
        </a:spcBef>
        <a:buNone/>
        <a:defRPr sz="3200" b="1" kern="120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1800" kern="1200">
          <a:solidFill>
            <a:schemeClr val="tx1"/>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18.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18.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4.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1.xml"/><Relationship Id="rId1" Type="http://schemas.openxmlformats.org/officeDocument/2006/relationships/slideLayout" Target="../slideLayouts/slideLayout17.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5.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7.xml"/></Relationships>
</file>

<file path=ppt/slides/_rels/slide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17.xml"/><Relationship Id="rId4" Type="http://schemas.openxmlformats.org/officeDocument/2006/relationships/image" Target="../media/image2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46.xml"/></Relationships>
</file>

<file path=ppt/slides/_rels/slide11.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46.xml"/></Relationships>
</file>

<file path=ppt/slides/_rels/slide12.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46.xml"/></Relationships>
</file>

<file path=ppt/slides/_rels/slide13.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4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0.xml"/></Relationships>
</file>

<file path=ppt/slides/_rels/slide16.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3.xml"/></Relationships>
</file>

<file path=ppt/slides/_rels/slide18.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35.jpeg"/><Relationship Id="rId1" Type="http://schemas.openxmlformats.org/officeDocument/2006/relationships/slideLayout" Target="../slideLayouts/slideLayout28.xml"/></Relationships>
</file>

<file path=ppt/slides/_rels/slide20.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2.xml"/><Relationship Id="rId5" Type="http://schemas.openxmlformats.org/officeDocument/2006/relationships/image" Target="../media/image46.png"/><Relationship Id="rId4" Type="http://schemas.openxmlformats.org/officeDocument/2006/relationships/image" Target="../media/image45.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8.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2.xml"/><Relationship Id="rId1" Type="http://schemas.openxmlformats.org/officeDocument/2006/relationships/slideLayout" Target="../slideLayouts/slideLayout28.xml"/></Relationships>
</file>

<file path=ppt/slides/_rels/slide32.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51.png"/><Relationship Id="rId1" Type="http://schemas.openxmlformats.org/officeDocument/2006/relationships/slideLayout" Target="../slideLayouts/slideLayout13.xml"/><Relationship Id="rId4" Type="http://schemas.openxmlformats.org/officeDocument/2006/relationships/image" Target="../media/image53.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12.xml"/></Relationships>
</file>

<file path=ppt/slides/_rels/slide37.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1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3.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18.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31520" y="704088"/>
            <a:ext cx="2916936" cy="2916936"/>
          </a:xfrm>
        </p:spPr>
        <p:txBody>
          <a:bodyPr anchor="t">
            <a:normAutofit/>
          </a:bodyPr>
          <a:lstStyle/>
          <a:p>
            <a:r>
              <a:rPr dirty="0"/>
              <a:t>Data Mining</a:t>
            </a:r>
            <a:r>
              <a:rPr lang="en-US" dirty="0"/>
              <a:t> - CS619 73624 </a:t>
            </a:r>
            <a:endParaRPr dirty="0"/>
          </a:p>
        </p:txBody>
      </p:sp>
      <p:graphicFrame>
        <p:nvGraphicFramePr>
          <p:cNvPr id="5" name="Content Placeholder 2">
            <a:extLst>
              <a:ext uri="{FF2B5EF4-FFF2-40B4-BE49-F238E27FC236}">
                <a16:creationId xmlns:a16="http://schemas.microsoft.com/office/drawing/2014/main" id="{63133DD7-BDE4-218D-DCDB-974FD59D2257}"/>
              </a:ext>
            </a:extLst>
          </p:cNvPr>
          <p:cNvGraphicFramePr>
            <a:graphicFrameLocks noGrp="1"/>
          </p:cNvGraphicFramePr>
          <p:nvPr>
            <p:ph sz="quarter" idx="13"/>
            <p:extLst>
              <p:ext uri="{D42A27DB-BD31-4B8C-83A1-F6EECF244321}">
                <p14:modId xmlns:p14="http://schemas.microsoft.com/office/powerpoint/2010/main" val="2554285896"/>
              </p:ext>
            </p:extLst>
          </p:nvPr>
        </p:nvGraphicFramePr>
        <p:xfrm>
          <a:off x="4588626" y="704088"/>
          <a:ext cx="7132320" cy="557784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33272" y="347472"/>
            <a:ext cx="9985248" cy="960120"/>
          </a:xfrm>
        </p:spPr>
        <p:txBody>
          <a:bodyPr anchor="b">
            <a:normAutofit/>
          </a:bodyPr>
          <a:lstStyle/>
          <a:p>
            <a:r>
              <a:rPr dirty="0"/>
              <a:t>Objective &amp; Tools</a:t>
            </a:r>
          </a:p>
        </p:txBody>
      </p:sp>
      <p:graphicFrame>
        <p:nvGraphicFramePr>
          <p:cNvPr id="5" name="Content Placeholder 2">
            <a:extLst>
              <a:ext uri="{FF2B5EF4-FFF2-40B4-BE49-F238E27FC236}">
                <a16:creationId xmlns:a16="http://schemas.microsoft.com/office/drawing/2014/main" id="{E22ECDC7-90C1-0A95-6A62-C129393F3F5A}"/>
              </a:ext>
            </a:extLst>
          </p:cNvPr>
          <p:cNvGraphicFramePr>
            <a:graphicFrameLocks noGrp="1"/>
          </p:cNvGraphicFramePr>
          <p:nvPr>
            <p:ph idx="1"/>
            <p:extLst>
              <p:ext uri="{D42A27DB-BD31-4B8C-83A1-F6EECF244321}">
                <p14:modId xmlns:p14="http://schemas.microsoft.com/office/powerpoint/2010/main" val="810966785"/>
              </p:ext>
            </p:extLst>
          </p:nvPr>
        </p:nvGraphicFramePr>
        <p:xfrm>
          <a:off x="1033272" y="1563624"/>
          <a:ext cx="9985248" cy="457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31520" y="704088"/>
            <a:ext cx="2916936" cy="2916936"/>
          </a:xfrm>
        </p:spPr>
        <p:txBody>
          <a:bodyPr anchor="t">
            <a:normAutofit/>
          </a:bodyPr>
          <a:lstStyle/>
          <a:p>
            <a:r>
              <a:t>Workflow</a:t>
            </a:r>
          </a:p>
        </p:txBody>
      </p:sp>
      <p:graphicFrame>
        <p:nvGraphicFramePr>
          <p:cNvPr id="5" name="Content Placeholder 2">
            <a:extLst>
              <a:ext uri="{FF2B5EF4-FFF2-40B4-BE49-F238E27FC236}">
                <a16:creationId xmlns:a16="http://schemas.microsoft.com/office/drawing/2014/main" id="{07BC2625-37C7-10E3-7BB4-C4754DE3FB87}"/>
              </a:ext>
            </a:extLst>
          </p:cNvPr>
          <p:cNvGraphicFramePr>
            <a:graphicFrameLocks noGrp="1"/>
          </p:cNvGraphicFramePr>
          <p:nvPr>
            <p:ph sz="quarter" idx="13"/>
            <p:extLst>
              <p:ext uri="{D42A27DB-BD31-4B8C-83A1-F6EECF244321}">
                <p14:modId xmlns:p14="http://schemas.microsoft.com/office/powerpoint/2010/main" val="3133915596"/>
              </p:ext>
            </p:extLst>
          </p:nvPr>
        </p:nvGraphicFramePr>
        <p:xfrm>
          <a:off x="4588626" y="704088"/>
          <a:ext cx="7132320" cy="557784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31520" y="704088"/>
            <a:ext cx="3547872" cy="4965192"/>
          </a:xfrm>
        </p:spPr>
        <p:txBody>
          <a:bodyPr anchor="t">
            <a:normAutofit/>
          </a:bodyPr>
          <a:lstStyle/>
          <a:p>
            <a:r>
              <a:t>OneR (One Rule)</a:t>
            </a:r>
          </a:p>
        </p:txBody>
      </p:sp>
      <p:graphicFrame>
        <p:nvGraphicFramePr>
          <p:cNvPr id="5" name="Content Placeholder 2">
            <a:extLst>
              <a:ext uri="{FF2B5EF4-FFF2-40B4-BE49-F238E27FC236}">
                <a16:creationId xmlns:a16="http://schemas.microsoft.com/office/drawing/2014/main" id="{41800CA0-8033-29C6-2CC2-AC902903B5E8}"/>
              </a:ext>
            </a:extLst>
          </p:cNvPr>
          <p:cNvGraphicFramePr>
            <a:graphicFrameLocks noGrp="1"/>
          </p:cNvGraphicFramePr>
          <p:nvPr>
            <p:ph sz="quarter" idx="13"/>
            <p:extLst>
              <p:ext uri="{D42A27DB-BD31-4B8C-83A1-F6EECF244321}">
                <p14:modId xmlns:p14="http://schemas.microsoft.com/office/powerpoint/2010/main" val="2319037686"/>
              </p:ext>
            </p:extLst>
          </p:nvPr>
        </p:nvGraphicFramePr>
        <p:xfrm>
          <a:off x="6679108" y="1139868"/>
          <a:ext cx="4345696" cy="496519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4" name="Picture 3" descr="A screenshot of a computer&#10;&#10;AI-generated content may be incorrect.">
            <a:extLst>
              <a:ext uri="{FF2B5EF4-FFF2-40B4-BE49-F238E27FC236}">
                <a16:creationId xmlns:a16="http://schemas.microsoft.com/office/drawing/2014/main" id="{60421768-EEFE-9312-AED1-B5EC39413656}"/>
              </a:ext>
            </a:extLst>
          </p:cNvPr>
          <p:cNvPicPr>
            <a:picLocks noChangeAspect="1"/>
          </p:cNvPicPr>
          <p:nvPr/>
        </p:nvPicPr>
        <p:blipFill>
          <a:blip r:embed="rId8"/>
          <a:stretch>
            <a:fillRect/>
          </a:stretch>
        </p:blipFill>
        <p:spPr>
          <a:xfrm>
            <a:off x="576197" y="1465545"/>
            <a:ext cx="5713392" cy="4688367"/>
          </a:xfrm>
          <a:prstGeom prst="rect">
            <a:avLst/>
          </a:prstGeom>
          <a:noFill/>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screenshot of a computer&#10;&#10;AI-generated content may be incorrect.">
            <a:extLst>
              <a:ext uri="{FF2B5EF4-FFF2-40B4-BE49-F238E27FC236}">
                <a16:creationId xmlns:a16="http://schemas.microsoft.com/office/drawing/2014/main" id="{48BECD74-6B2C-BDAA-D05B-E3F0F6AC3A29}"/>
              </a:ext>
            </a:extLst>
          </p:cNvPr>
          <p:cNvPicPr>
            <a:picLocks noChangeAspect="1"/>
          </p:cNvPicPr>
          <p:nvPr/>
        </p:nvPicPr>
        <p:blipFill>
          <a:blip r:embed="rId2"/>
          <a:stretch>
            <a:fillRect/>
          </a:stretch>
        </p:blipFill>
        <p:spPr>
          <a:xfrm>
            <a:off x="731520" y="704087"/>
            <a:ext cx="4955296" cy="5212079"/>
          </a:xfrm>
          <a:prstGeom prst="rect">
            <a:avLst/>
          </a:prstGeom>
        </p:spPr>
      </p:pic>
      <p:sp>
        <p:nvSpPr>
          <p:cNvPr id="6" name="TextBox 5">
            <a:extLst>
              <a:ext uri="{FF2B5EF4-FFF2-40B4-BE49-F238E27FC236}">
                <a16:creationId xmlns:a16="http://schemas.microsoft.com/office/drawing/2014/main" id="{099FF8AA-6488-F218-C642-49D6D4843B9E}"/>
              </a:ext>
            </a:extLst>
          </p:cNvPr>
          <p:cNvSpPr txBox="1"/>
          <p:nvPr/>
        </p:nvSpPr>
        <p:spPr>
          <a:xfrm>
            <a:off x="6141510" y="1540701"/>
            <a:ext cx="4308953" cy="923330"/>
          </a:xfrm>
          <a:prstGeom prst="rect">
            <a:avLst/>
          </a:prstGeom>
          <a:noFill/>
        </p:spPr>
        <p:txBody>
          <a:bodyPr wrap="square" rtlCol="0">
            <a:spAutoFit/>
          </a:bodyPr>
          <a:lstStyle/>
          <a:p>
            <a:r>
              <a:rPr lang="en-US" b="1" dirty="0"/>
              <a:t>Distinct separation</a:t>
            </a:r>
            <a:r>
              <a:rPr lang="en-US" dirty="0"/>
              <a:t>: </a:t>
            </a:r>
            <a:r>
              <a:rPr lang="en-US" i="1" dirty="0"/>
              <a:t>Iris-</a:t>
            </a:r>
            <a:r>
              <a:rPr lang="en-US" i="1" dirty="0" err="1"/>
              <a:t>setosa</a:t>
            </a:r>
            <a:r>
              <a:rPr lang="en-US" dirty="0"/>
              <a:t> (blue) is clearly isolated with small petal length and width values.</a:t>
            </a:r>
          </a:p>
        </p:txBody>
      </p:sp>
      <p:sp>
        <p:nvSpPr>
          <p:cNvPr id="8" name="TextBox 7">
            <a:extLst>
              <a:ext uri="{FF2B5EF4-FFF2-40B4-BE49-F238E27FC236}">
                <a16:creationId xmlns:a16="http://schemas.microsoft.com/office/drawing/2014/main" id="{AA8745FB-4412-60C0-7755-0ED6C98F04EB}"/>
              </a:ext>
            </a:extLst>
          </p:cNvPr>
          <p:cNvSpPr txBox="1"/>
          <p:nvPr/>
        </p:nvSpPr>
        <p:spPr>
          <a:xfrm>
            <a:off x="6200383" y="3429000"/>
            <a:ext cx="4191209" cy="1200329"/>
          </a:xfrm>
          <a:prstGeom prst="rect">
            <a:avLst/>
          </a:prstGeom>
          <a:noFill/>
        </p:spPr>
        <p:txBody>
          <a:bodyPr wrap="square" rtlCol="0">
            <a:spAutoFit/>
          </a:bodyPr>
          <a:lstStyle/>
          <a:p>
            <a:r>
              <a:rPr lang="en-US" b="1" dirty="0"/>
              <a:t>Class overlap</a:t>
            </a:r>
            <a:r>
              <a:rPr lang="en-US" dirty="0"/>
              <a:t>: </a:t>
            </a:r>
            <a:r>
              <a:rPr lang="en-US" i="1" dirty="0"/>
              <a:t>Iris-versicolor</a:t>
            </a:r>
            <a:r>
              <a:rPr lang="en-US" dirty="0"/>
              <a:t> (red) and </a:t>
            </a:r>
            <a:r>
              <a:rPr lang="en-US" i="1" dirty="0"/>
              <a:t>Iris-virginica</a:t>
            </a:r>
            <a:r>
              <a:rPr lang="en-US" dirty="0"/>
              <a:t> (green) overlap in the middle region, leading to some misclassifications.</a:t>
            </a:r>
          </a:p>
        </p:txBody>
      </p:sp>
    </p:spTree>
    <p:extLst>
      <p:ext uri="{BB962C8B-B14F-4D97-AF65-F5344CB8AC3E}">
        <p14:creationId xmlns:p14="http://schemas.microsoft.com/office/powerpoint/2010/main" val="49378734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screenshot of a computer&#10;&#10;AI-generated content may be incorrect.">
            <a:extLst>
              <a:ext uri="{FF2B5EF4-FFF2-40B4-BE49-F238E27FC236}">
                <a16:creationId xmlns:a16="http://schemas.microsoft.com/office/drawing/2014/main" id="{335A08B2-B1CD-671E-481C-A27CA88F9E87}"/>
              </a:ext>
            </a:extLst>
          </p:cNvPr>
          <p:cNvPicPr>
            <a:picLocks noChangeAspect="1"/>
          </p:cNvPicPr>
          <p:nvPr/>
        </p:nvPicPr>
        <p:blipFill>
          <a:blip r:embed="rId2"/>
          <a:stretch>
            <a:fillRect/>
          </a:stretch>
        </p:blipFill>
        <p:spPr>
          <a:xfrm>
            <a:off x="330896" y="1647738"/>
            <a:ext cx="3953005" cy="4489450"/>
          </a:xfrm>
          <a:prstGeom prst="rect">
            <a:avLst/>
          </a:prstGeom>
        </p:spPr>
      </p:pic>
      <p:pic>
        <p:nvPicPr>
          <p:cNvPr id="5" name="Picture 4" descr="A screenshot of a computer&#10;&#10;AI-generated content may be incorrect.">
            <a:extLst>
              <a:ext uri="{FF2B5EF4-FFF2-40B4-BE49-F238E27FC236}">
                <a16:creationId xmlns:a16="http://schemas.microsoft.com/office/drawing/2014/main" id="{E89F6265-D4AB-7D91-E0D4-69E4A889F850}"/>
              </a:ext>
            </a:extLst>
          </p:cNvPr>
          <p:cNvPicPr>
            <a:picLocks noChangeAspect="1"/>
          </p:cNvPicPr>
          <p:nvPr/>
        </p:nvPicPr>
        <p:blipFill>
          <a:blip r:embed="rId3"/>
          <a:stretch>
            <a:fillRect/>
          </a:stretch>
        </p:blipFill>
        <p:spPr>
          <a:xfrm>
            <a:off x="4396636" y="1630593"/>
            <a:ext cx="3681608" cy="4506595"/>
          </a:xfrm>
          <a:prstGeom prst="rect">
            <a:avLst/>
          </a:prstGeom>
        </p:spPr>
      </p:pic>
      <p:pic>
        <p:nvPicPr>
          <p:cNvPr id="6" name="Picture 5" descr="A screenshot of a computer&#10;&#10;AI-generated content may be incorrect.">
            <a:extLst>
              <a:ext uri="{FF2B5EF4-FFF2-40B4-BE49-F238E27FC236}">
                <a16:creationId xmlns:a16="http://schemas.microsoft.com/office/drawing/2014/main" id="{82C4F167-B18E-950B-05EE-A91C4A0EF281}"/>
              </a:ext>
            </a:extLst>
          </p:cNvPr>
          <p:cNvPicPr>
            <a:picLocks noChangeAspect="1"/>
          </p:cNvPicPr>
          <p:nvPr/>
        </p:nvPicPr>
        <p:blipFill>
          <a:blip r:embed="rId4"/>
          <a:stretch>
            <a:fillRect/>
          </a:stretch>
        </p:blipFill>
        <p:spPr>
          <a:xfrm>
            <a:off x="8372605" y="1683298"/>
            <a:ext cx="3488499" cy="4453890"/>
          </a:xfrm>
          <a:prstGeom prst="rect">
            <a:avLst/>
          </a:prstGeom>
        </p:spPr>
      </p:pic>
      <p:sp>
        <p:nvSpPr>
          <p:cNvPr id="7" name="TextBox 6">
            <a:extLst>
              <a:ext uri="{FF2B5EF4-FFF2-40B4-BE49-F238E27FC236}">
                <a16:creationId xmlns:a16="http://schemas.microsoft.com/office/drawing/2014/main" id="{BBEDD981-1877-AC23-7A54-789D993B66F5}"/>
              </a:ext>
            </a:extLst>
          </p:cNvPr>
          <p:cNvSpPr txBox="1"/>
          <p:nvPr/>
        </p:nvSpPr>
        <p:spPr>
          <a:xfrm>
            <a:off x="330896" y="428424"/>
            <a:ext cx="6713951" cy="584775"/>
          </a:xfrm>
          <a:prstGeom prst="rect">
            <a:avLst/>
          </a:prstGeom>
          <a:noFill/>
        </p:spPr>
        <p:txBody>
          <a:bodyPr wrap="square" rtlCol="0">
            <a:spAutoFit/>
          </a:bodyPr>
          <a:lstStyle/>
          <a:p>
            <a:r>
              <a:rPr lang="en-US" sz="3200" b="1" dirty="0">
                <a:latin typeface="Avenir Next LT Pro (Headings)"/>
              </a:rPr>
              <a:t>ROC CURVE COMPARISON</a:t>
            </a:r>
          </a:p>
        </p:txBody>
      </p:sp>
    </p:spTree>
    <p:extLst>
      <p:ext uri="{BB962C8B-B14F-4D97-AF65-F5344CB8AC3E}">
        <p14:creationId xmlns:p14="http://schemas.microsoft.com/office/powerpoint/2010/main" val="165678458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068F13-FCC5-60DB-105D-09DEF30C6239}"/>
              </a:ext>
            </a:extLst>
          </p:cNvPr>
          <p:cNvSpPr>
            <a:spLocks noGrp="1"/>
          </p:cNvSpPr>
          <p:nvPr>
            <p:ph type="title"/>
          </p:nvPr>
        </p:nvSpPr>
        <p:spPr>
          <a:xfrm>
            <a:off x="1033272" y="347472"/>
            <a:ext cx="9875520" cy="1033272"/>
          </a:xfrm>
        </p:spPr>
        <p:txBody>
          <a:bodyPr anchor="ctr">
            <a:normAutofit/>
          </a:bodyPr>
          <a:lstStyle/>
          <a:p>
            <a:r>
              <a:rPr lang="en-US" dirty="0"/>
              <a:t>ROC SUMMARY</a:t>
            </a:r>
          </a:p>
        </p:txBody>
      </p:sp>
      <p:sp>
        <p:nvSpPr>
          <p:cNvPr id="6" name="Rectangle 1">
            <a:extLst>
              <a:ext uri="{FF2B5EF4-FFF2-40B4-BE49-F238E27FC236}">
                <a16:creationId xmlns:a16="http://schemas.microsoft.com/office/drawing/2014/main" id="{EF559415-AB82-7A9D-CDC6-26DD4A13D210}"/>
              </a:ext>
            </a:extLst>
          </p:cNvPr>
          <p:cNvSpPr>
            <a:spLocks noChangeArrowheads="1"/>
          </p:cNvSpPr>
          <p:nvPr/>
        </p:nvSpPr>
        <p:spPr bwMode="auto">
          <a:xfrm>
            <a:off x="667264" y="2624204"/>
            <a:ext cx="10775093" cy="2862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The </a:t>
            </a:r>
            <a:r>
              <a:rPr kumimoji="0" lang="en-US" altLang="en-US" sz="1800" b="1" i="0" u="none" strike="noStrike" cap="none" normalizeH="0" baseline="0" dirty="0">
                <a:ln>
                  <a:noFill/>
                </a:ln>
                <a:solidFill>
                  <a:schemeClr val="tx1"/>
                </a:solidFill>
                <a:effectLst/>
                <a:latin typeface="Arial" panose="020B0604020202020204" pitchFamily="34" charset="0"/>
              </a:rPr>
              <a:t>Iris-</a:t>
            </a:r>
            <a:r>
              <a:rPr kumimoji="0" lang="en-US" altLang="en-US" sz="1800" b="1" i="0" u="none" strike="noStrike" cap="none" normalizeH="0" baseline="0" dirty="0" err="1">
                <a:ln>
                  <a:noFill/>
                </a:ln>
                <a:solidFill>
                  <a:schemeClr val="tx1"/>
                </a:solidFill>
                <a:effectLst/>
                <a:latin typeface="Arial" panose="020B0604020202020204" pitchFamily="34" charset="0"/>
              </a:rPr>
              <a:t>setosa</a:t>
            </a:r>
            <a:r>
              <a:rPr kumimoji="0" lang="en-US" altLang="en-US" sz="1800" b="0" i="0" u="none" strike="noStrike" cap="none" normalizeH="0" baseline="0" dirty="0">
                <a:ln>
                  <a:noFill/>
                </a:ln>
                <a:solidFill>
                  <a:schemeClr val="tx1"/>
                </a:solidFill>
                <a:effectLst/>
                <a:latin typeface="Arial" panose="020B0604020202020204" pitchFamily="34" charset="0"/>
              </a:rPr>
              <a:t> class achieves a </a:t>
            </a:r>
            <a:r>
              <a:rPr kumimoji="0" lang="en-US" altLang="en-US" sz="1800" b="1" i="0" u="none" strike="noStrike" cap="none" normalizeH="0" baseline="0" dirty="0">
                <a:ln>
                  <a:noFill/>
                </a:ln>
                <a:solidFill>
                  <a:schemeClr val="tx1"/>
                </a:solidFill>
                <a:effectLst/>
                <a:latin typeface="Arial" panose="020B0604020202020204" pitchFamily="34" charset="0"/>
              </a:rPr>
              <a:t>perfect ROC area (AUC = 1.0)</a:t>
            </a:r>
            <a:r>
              <a:rPr kumimoji="0" lang="en-US" altLang="en-US" sz="1800" b="0" i="0" u="none" strike="noStrike" cap="none" normalizeH="0" baseline="0" dirty="0">
                <a:ln>
                  <a:noFill/>
                </a:ln>
                <a:solidFill>
                  <a:schemeClr val="tx1"/>
                </a:solidFill>
                <a:effectLst/>
                <a:latin typeface="Arial" panose="020B0604020202020204" pitchFamily="34" charset="0"/>
              </a:rPr>
              <a:t>, indicating flawless classification with zero overlap between true and false positives.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Both </a:t>
            </a:r>
            <a:r>
              <a:rPr kumimoji="0" lang="en-US" altLang="en-US" sz="1800" b="1" i="0" u="none" strike="noStrike" cap="none" normalizeH="0" baseline="0" dirty="0">
                <a:ln>
                  <a:noFill/>
                </a:ln>
                <a:solidFill>
                  <a:schemeClr val="tx1"/>
                </a:solidFill>
                <a:effectLst/>
                <a:latin typeface="Arial" panose="020B0604020202020204" pitchFamily="34" charset="0"/>
              </a:rPr>
              <a:t>Iris-versicolor</a:t>
            </a:r>
            <a:r>
              <a:rPr kumimoji="0" lang="en-US" altLang="en-US" sz="1800" b="0" i="0" u="none" strike="noStrike" cap="none" normalizeH="0" baseline="0" dirty="0">
                <a:ln>
                  <a:noFill/>
                </a:ln>
                <a:solidFill>
                  <a:schemeClr val="tx1"/>
                </a:solidFill>
                <a:effectLst/>
                <a:latin typeface="Arial" panose="020B0604020202020204" pitchFamily="34" charset="0"/>
              </a:rPr>
              <a:t> and </a:t>
            </a:r>
            <a:r>
              <a:rPr kumimoji="0" lang="en-US" altLang="en-US" sz="1800" b="1" i="0" u="none" strike="noStrike" cap="none" normalizeH="0" baseline="0" dirty="0">
                <a:ln>
                  <a:noFill/>
                </a:ln>
                <a:solidFill>
                  <a:schemeClr val="tx1"/>
                </a:solidFill>
                <a:effectLst/>
                <a:latin typeface="Arial" panose="020B0604020202020204" pitchFamily="34" charset="0"/>
              </a:rPr>
              <a:t>Iris-virginica</a:t>
            </a:r>
            <a:r>
              <a:rPr kumimoji="0" lang="en-US" altLang="en-US" sz="1800" b="0" i="0" u="none" strike="noStrike" cap="none" normalizeH="0" baseline="0" dirty="0">
                <a:ln>
                  <a:noFill/>
                </a:ln>
                <a:solidFill>
                  <a:schemeClr val="tx1"/>
                </a:solidFill>
                <a:effectLst/>
                <a:latin typeface="Arial" panose="020B0604020202020204" pitchFamily="34" charset="0"/>
              </a:rPr>
              <a:t> show </a:t>
            </a:r>
            <a:r>
              <a:rPr kumimoji="0" lang="en-US" altLang="en-US" sz="1800" b="1" i="0" u="none" strike="noStrike" cap="none" normalizeH="0" baseline="0" dirty="0">
                <a:ln>
                  <a:noFill/>
                </a:ln>
                <a:solidFill>
                  <a:schemeClr val="tx1"/>
                </a:solidFill>
                <a:effectLst/>
                <a:latin typeface="Arial" panose="020B0604020202020204" pitchFamily="34" charset="0"/>
              </a:rPr>
              <a:t>high AUC values of 0.91</a:t>
            </a:r>
            <a:r>
              <a:rPr kumimoji="0" lang="en-US" altLang="en-US" sz="1800" b="0" i="0" u="none" strike="noStrike" cap="none" normalizeH="0" baseline="0" dirty="0">
                <a:ln>
                  <a:noFill/>
                </a:ln>
                <a:solidFill>
                  <a:schemeClr val="tx1"/>
                </a:solidFill>
                <a:effectLst/>
                <a:latin typeface="Arial" panose="020B0604020202020204" pitchFamily="34" charset="0"/>
              </a:rPr>
              <a:t>, reflecting excellent model performance and strong discriminative ability.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The curves for </a:t>
            </a:r>
            <a:r>
              <a:rPr kumimoji="0" lang="en-US" altLang="en-US" sz="1800" b="0" i="1" u="none" strike="noStrike" cap="none" normalizeH="0" baseline="0" dirty="0">
                <a:ln>
                  <a:noFill/>
                </a:ln>
                <a:solidFill>
                  <a:schemeClr val="tx1"/>
                </a:solidFill>
                <a:effectLst/>
                <a:latin typeface="Arial" panose="020B0604020202020204" pitchFamily="34" charset="0"/>
              </a:rPr>
              <a:t>Versicolor</a:t>
            </a:r>
            <a:r>
              <a:rPr kumimoji="0" lang="en-US" altLang="en-US" sz="1800" b="0" i="0" u="none" strike="noStrike" cap="none" normalizeH="0" baseline="0" dirty="0">
                <a:ln>
                  <a:noFill/>
                </a:ln>
                <a:solidFill>
                  <a:schemeClr val="tx1"/>
                </a:solidFill>
                <a:effectLst/>
                <a:latin typeface="Arial" panose="020B0604020202020204" pitchFamily="34" charset="0"/>
              </a:rPr>
              <a:t> and </a:t>
            </a:r>
            <a:r>
              <a:rPr kumimoji="0" lang="en-US" altLang="en-US" sz="1800" b="0" i="1" u="none" strike="noStrike" cap="none" normalizeH="0" baseline="0" dirty="0">
                <a:ln>
                  <a:noFill/>
                </a:ln>
                <a:solidFill>
                  <a:schemeClr val="tx1"/>
                </a:solidFill>
                <a:effectLst/>
                <a:latin typeface="Arial" panose="020B0604020202020204" pitchFamily="34" charset="0"/>
              </a:rPr>
              <a:t>Virginica</a:t>
            </a:r>
            <a:r>
              <a:rPr kumimoji="0" lang="en-US" altLang="en-US" sz="1800" b="0" i="0" u="none" strike="noStrike" cap="none" normalizeH="0" baseline="0" dirty="0">
                <a:ln>
                  <a:noFill/>
                </a:ln>
                <a:solidFill>
                  <a:schemeClr val="tx1"/>
                </a:solidFill>
                <a:effectLst/>
                <a:latin typeface="Arial" panose="020B0604020202020204" pitchFamily="34" charset="0"/>
              </a:rPr>
              <a:t> are slightly less steep than </a:t>
            </a:r>
            <a:r>
              <a:rPr kumimoji="0" lang="en-US" altLang="en-US" sz="1800" b="0" i="1" u="none" strike="noStrike" cap="none" normalizeH="0" baseline="0" dirty="0" err="1">
                <a:ln>
                  <a:noFill/>
                </a:ln>
                <a:solidFill>
                  <a:schemeClr val="tx1"/>
                </a:solidFill>
                <a:effectLst/>
                <a:latin typeface="Arial" panose="020B0604020202020204" pitchFamily="34" charset="0"/>
              </a:rPr>
              <a:t>Setosa’s</a:t>
            </a:r>
            <a:r>
              <a:rPr kumimoji="0" lang="en-US" altLang="en-US" sz="1800" b="0" i="0" u="none" strike="noStrike" cap="none" normalizeH="0" baseline="0" dirty="0">
                <a:ln>
                  <a:noFill/>
                </a:ln>
                <a:solidFill>
                  <a:schemeClr val="tx1"/>
                </a:solidFill>
                <a:effectLst/>
                <a:latin typeface="Arial" panose="020B0604020202020204" pitchFamily="34" charset="0"/>
              </a:rPr>
              <a:t>, showing minor overlap between these two classes.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The </a:t>
            </a:r>
            <a:r>
              <a:rPr kumimoji="0" lang="en-US" altLang="en-US" sz="1800" b="1" i="0" u="none" strike="noStrike" cap="none" normalizeH="0" baseline="0" dirty="0">
                <a:ln>
                  <a:noFill/>
                </a:ln>
                <a:solidFill>
                  <a:schemeClr val="tx1"/>
                </a:solidFill>
                <a:effectLst/>
                <a:latin typeface="Arial" panose="020B0604020202020204" pitchFamily="34" charset="0"/>
              </a:rPr>
              <a:t>steep rise near the Y-axis</a:t>
            </a:r>
            <a:r>
              <a:rPr kumimoji="0" lang="en-US" altLang="en-US" sz="1800" b="0" i="0" u="none" strike="noStrike" cap="none" normalizeH="0" baseline="0" dirty="0">
                <a:ln>
                  <a:noFill/>
                </a:ln>
                <a:solidFill>
                  <a:schemeClr val="tx1"/>
                </a:solidFill>
                <a:effectLst/>
                <a:latin typeface="Arial" panose="020B0604020202020204" pitchFamily="34" charset="0"/>
              </a:rPr>
              <a:t> across all curves indicates high </a:t>
            </a:r>
            <a:r>
              <a:rPr kumimoji="0" lang="en-US" altLang="en-US" sz="1800" b="1" i="0" u="none" strike="noStrike" cap="none" normalizeH="0" baseline="0" dirty="0">
                <a:ln>
                  <a:noFill/>
                </a:ln>
                <a:solidFill>
                  <a:schemeClr val="tx1"/>
                </a:solidFill>
                <a:effectLst/>
                <a:latin typeface="Arial" panose="020B0604020202020204" pitchFamily="34" charset="0"/>
              </a:rPr>
              <a:t>true positive rates</a:t>
            </a:r>
            <a:r>
              <a:rPr kumimoji="0" lang="en-US" altLang="en-US" sz="1800" b="0" i="0" u="none" strike="noStrike" cap="none" normalizeH="0" baseline="0" dirty="0">
                <a:ln>
                  <a:noFill/>
                </a:ln>
                <a:solidFill>
                  <a:schemeClr val="tx1"/>
                </a:solidFill>
                <a:effectLst/>
                <a:latin typeface="Arial" panose="020B0604020202020204" pitchFamily="34" charset="0"/>
              </a:rPr>
              <a:t> and low </a:t>
            </a:r>
            <a:r>
              <a:rPr kumimoji="0" lang="en-US" altLang="en-US" sz="1800" b="1" i="0" u="none" strike="noStrike" cap="none" normalizeH="0" baseline="0" dirty="0">
                <a:ln>
                  <a:noFill/>
                </a:ln>
                <a:solidFill>
                  <a:schemeClr val="tx1"/>
                </a:solidFill>
                <a:effectLst/>
                <a:latin typeface="Arial" panose="020B0604020202020204" pitchFamily="34" charset="0"/>
              </a:rPr>
              <a:t>false positive rates</a:t>
            </a:r>
            <a:r>
              <a:rPr kumimoji="0" lang="en-US" altLang="en-US" sz="18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Overall, the model demonstrates </a:t>
            </a:r>
            <a:r>
              <a:rPr kumimoji="0" lang="en-US" altLang="en-US" sz="1800" b="1" i="0" u="none" strike="noStrike" cap="none" normalizeH="0" baseline="0" dirty="0">
                <a:ln>
                  <a:noFill/>
                </a:ln>
                <a:solidFill>
                  <a:schemeClr val="tx1"/>
                </a:solidFill>
                <a:effectLst/>
                <a:latin typeface="Arial" panose="020B0604020202020204" pitchFamily="34" charset="0"/>
              </a:rPr>
              <a:t>robust predictive capability</a:t>
            </a:r>
            <a:r>
              <a:rPr kumimoji="0" lang="en-US" altLang="en-US" sz="1800" b="0" i="0" u="none" strike="noStrike" cap="none" normalizeH="0" baseline="0" dirty="0">
                <a:ln>
                  <a:noFill/>
                </a:ln>
                <a:solidFill>
                  <a:schemeClr val="tx1"/>
                </a:solidFill>
                <a:effectLst/>
                <a:latin typeface="Arial" panose="020B0604020202020204" pitchFamily="34" charset="0"/>
              </a:rPr>
              <a:t>, with </a:t>
            </a:r>
            <a:r>
              <a:rPr kumimoji="0" lang="en-US" altLang="en-US" sz="1800" b="1" i="0" u="none" strike="noStrike" cap="none" normalizeH="0" baseline="0" dirty="0" err="1">
                <a:ln>
                  <a:noFill/>
                </a:ln>
                <a:solidFill>
                  <a:schemeClr val="tx1"/>
                </a:solidFill>
                <a:effectLst/>
                <a:latin typeface="Arial" panose="020B0604020202020204" pitchFamily="34" charset="0"/>
              </a:rPr>
              <a:t>Setosa</a:t>
            </a:r>
            <a:r>
              <a:rPr kumimoji="0" lang="en-US" altLang="en-US" sz="1800" b="0" i="0" u="none" strike="noStrike" cap="none" normalizeH="0" baseline="0" dirty="0">
                <a:ln>
                  <a:noFill/>
                </a:ln>
                <a:solidFill>
                  <a:schemeClr val="tx1"/>
                </a:solidFill>
                <a:effectLst/>
                <a:latin typeface="Arial" panose="020B0604020202020204" pitchFamily="34" charset="0"/>
              </a:rPr>
              <a:t> being the most clearly separable species and the other two exhibiting </a:t>
            </a:r>
            <a:r>
              <a:rPr kumimoji="0" lang="en-US" altLang="en-US" sz="1800" b="1" i="0" u="none" strike="noStrike" cap="none" normalizeH="0" baseline="0" dirty="0">
                <a:ln>
                  <a:noFill/>
                </a:ln>
                <a:solidFill>
                  <a:schemeClr val="tx1"/>
                </a:solidFill>
                <a:effectLst/>
                <a:latin typeface="Arial" panose="020B0604020202020204" pitchFamily="34" charset="0"/>
              </a:rPr>
              <a:t>minimal confusion</a:t>
            </a:r>
            <a:r>
              <a:rPr kumimoji="0" lang="en-US" altLang="en-US" sz="1800" b="0" i="0" u="none" strike="noStrike" cap="none" normalizeH="0" baseline="0" dirty="0">
                <a:ln>
                  <a:noFill/>
                </a:ln>
                <a:solidFill>
                  <a:schemeClr val="tx1"/>
                </a:solidFill>
                <a:effectLst/>
                <a:latin typeface="Arial" panose="020B0604020202020204" pitchFamily="34" charset="0"/>
              </a:rPr>
              <a:t>.</a:t>
            </a:r>
          </a:p>
        </p:txBody>
      </p:sp>
    </p:spTree>
    <p:extLst>
      <p:ext uri="{BB962C8B-B14F-4D97-AF65-F5344CB8AC3E}">
        <p14:creationId xmlns:p14="http://schemas.microsoft.com/office/powerpoint/2010/main" val="1289072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Naive Bayes Family</a:t>
            </a:r>
          </a:p>
        </p:txBody>
      </p:sp>
      <p:sp>
        <p:nvSpPr>
          <p:cNvPr id="3" name="Content Placeholder 2"/>
          <p:cNvSpPr>
            <a:spLocks noGrp="1"/>
          </p:cNvSpPr>
          <p:nvPr>
            <p:ph idx="1"/>
          </p:nvPr>
        </p:nvSpPr>
        <p:spPr/>
        <p:txBody>
          <a:bodyPr/>
          <a:lstStyle/>
          <a:p>
            <a:pPr marL="0" indent="0">
              <a:buNone/>
              <a:defRPr sz="1800">
                <a:solidFill>
                  <a:srgbClr val="000000"/>
                </a:solidFill>
              </a:defRPr>
            </a:pPr>
            <a:r>
              <a:rPr lang="en-US" sz="2000" dirty="0"/>
              <a:t>SIMPLE NAIVEBAYES</a:t>
            </a:r>
          </a:p>
          <a:p>
            <a:pPr marL="0" indent="0">
              <a:buNone/>
              <a:defRPr sz="1800">
                <a:solidFill>
                  <a:srgbClr val="000000"/>
                </a:solidFill>
              </a:defRPr>
            </a:pPr>
            <a:r>
              <a:rPr lang="en-US" sz="2000" dirty="0"/>
              <a:t>BAYES NET</a:t>
            </a:r>
          </a:p>
          <a:p>
            <a:pPr marL="0" indent="0">
              <a:buNone/>
              <a:defRPr sz="1800">
                <a:solidFill>
                  <a:srgbClr val="000000"/>
                </a:solidFill>
              </a:defRPr>
            </a:pPr>
            <a:r>
              <a:rPr lang="en-US" sz="2000" dirty="0"/>
              <a:t>NAÏVE BAYES MULTINOMIAL</a:t>
            </a:r>
          </a:p>
          <a:p>
            <a:pPr marL="0" indent="0">
              <a:buNone/>
              <a:defRPr sz="1800">
                <a:solidFill>
                  <a:srgbClr val="000000"/>
                </a:solidFill>
              </a:defRPr>
            </a:pPr>
            <a:r>
              <a:rPr lang="en-US" sz="2000" dirty="0"/>
              <a:t>NAÏVE BAYES UPDATEABLE</a:t>
            </a:r>
            <a:endParaRPr lang="en-US" dirty="0"/>
          </a:p>
        </p:txBody>
      </p:sp>
      <p:sp>
        <p:nvSpPr>
          <p:cNvPr id="4" name="TextBox 3">
            <a:extLst>
              <a:ext uri="{FF2B5EF4-FFF2-40B4-BE49-F238E27FC236}">
                <a16:creationId xmlns:a16="http://schemas.microsoft.com/office/drawing/2014/main" id="{43A8FB35-E357-1DD0-3353-A514A435D381}"/>
              </a:ext>
            </a:extLst>
          </p:cNvPr>
          <p:cNvSpPr txBox="1"/>
          <p:nvPr/>
        </p:nvSpPr>
        <p:spPr>
          <a:xfrm>
            <a:off x="926926" y="4872625"/>
            <a:ext cx="4158641" cy="461665"/>
          </a:xfrm>
          <a:prstGeom prst="rect">
            <a:avLst/>
          </a:prstGeom>
          <a:noFill/>
        </p:spPr>
        <p:txBody>
          <a:bodyPr wrap="square" rtlCol="0">
            <a:spAutoFit/>
          </a:bodyPr>
          <a:lstStyle/>
          <a:p>
            <a:r>
              <a:rPr lang="en-US" sz="2400" b="1" dirty="0"/>
              <a:t>Dataset: </a:t>
            </a:r>
            <a:r>
              <a:rPr lang="en-US" sz="2400" b="1" dirty="0" err="1"/>
              <a:t>IRIS.arff</a:t>
            </a:r>
            <a:endParaRPr lang="en-US" sz="2400" b="1"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D3DD3D-D763-166D-FE17-98E83B867411}"/>
              </a:ext>
            </a:extLst>
          </p:cNvPr>
          <p:cNvSpPr>
            <a:spLocks noGrp="1"/>
          </p:cNvSpPr>
          <p:nvPr>
            <p:ph type="title"/>
          </p:nvPr>
        </p:nvSpPr>
        <p:spPr>
          <a:xfrm>
            <a:off x="735288" y="603568"/>
            <a:ext cx="9985248" cy="960120"/>
          </a:xfrm>
        </p:spPr>
        <p:txBody>
          <a:bodyPr/>
          <a:lstStyle/>
          <a:p>
            <a:r>
              <a:rPr lang="en-US" dirty="0"/>
              <a:t>Simple Naïve Bayes</a:t>
            </a:r>
          </a:p>
        </p:txBody>
      </p:sp>
      <p:pic>
        <p:nvPicPr>
          <p:cNvPr id="4" name="Content Placeholder 3" descr="A screenshot of a computer&#10;&#10;AI-generated content may be incorrect.">
            <a:extLst>
              <a:ext uri="{FF2B5EF4-FFF2-40B4-BE49-F238E27FC236}">
                <a16:creationId xmlns:a16="http://schemas.microsoft.com/office/drawing/2014/main" id="{66AD4AF8-5F8E-1D2F-54B6-86D89B0F18B4}"/>
              </a:ext>
            </a:extLst>
          </p:cNvPr>
          <p:cNvPicPr>
            <a:picLocks noGrp="1" noChangeAspect="1"/>
          </p:cNvPicPr>
          <p:nvPr>
            <p:ph idx="1"/>
          </p:nvPr>
        </p:nvPicPr>
        <p:blipFill>
          <a:blip r:embed="rId2"/>
          <a:stretch>
            <a:fillRect/>
          </a:stretch>
        </p:blipFill>
        <p:spPr>
          <a:xfrm>
            <a:off x="735288" y="1563688"/>
            <a:ext cx="6191605" cy="4572000"/>
          </a:xfrm>
          <a:prstGeom prst="rect">
            <a:avLst/>
          </a:prstGeom>
        </p:spPr>
      </p:pic>
      <p:sp>
        <p:nvSpPr>
          <p:cNvPr id="8" name="TextBox 7">
            <a:extLst>
              <a:ext uri="{FF2B5EF4-FFF2-40B4-BE49-F238E27FC236}">
                <a16:creationId xmlns:a16="http://schemas.microsoft.com/office/drawing/2014/main" id="{DE2A377D-675B-FFC8-D4AF-49F1F738F167}"/>
              </a:ext>
            </a:extLst>
          </p:cNvPr>
          <p:cNvSpPr txBox="1"/>
          <p:nvPr/>
        </p:nvSpPr>
        <p:spPr>
          <a:xfrm>
            <a:off x="7227518" y="2317315"/>
            <a:ext cx="3891209" cy="3139321"/>
          </a:xfrm>
          <a:prstGeom prst="rect">
            <a:avLst/>
          </a:prstGeom>
          <a:noFill/>
        </p:spPr>
        <p:txBody>
          <a:bodyPr wrap="square">
            <a:spAutoFit/>
          </a:bodyPr>
          <a:lstStyle/>
          <a:p>
            <a:r>
              <a:rPr lang="en-US" b="1" dirty="0"/>
              <a:t>Accuracy:</a:t>
            </a:r>
            <a:r>
              <a:rPr lang="en-US" dirty="0"/>
              <a:t> 96.0%  </a:t>
            </a:r>
          </a:p>
          <a:p>
            <a:r>
              <a:rPr lang="en-US" b="1" dirty="0"/>
              <a:t>Kappa statistic:</a:t>
            </a:r>
            <a:r>
              <a:rPr lang="en-US" dirty="0"/>
              <a:t> 0.94 (strong agreement)</a:t>
            </a:r>
            <a:br>
              <a:rPr lang="en-US" dirty="0"/>
            </a:br>
            <a:r>
              <a:rPr lang="en-US" b="1" dirty="0"/>
              <a:t>Precision/Recall (Iris-</a:t>
            </a:r>
            <a:r>
              <a:rPr lang="en-US" b="1" dirty="0" err="1"/>
              <a:t>setosa</a:t>
            </a:r>
            <a:r>
              <a:rPr lang="en-US" b="1" dirty="0"/>
              <a:t>):</a:t>
            </a:r>
            <a:r>
              <a:rPr lang="en-US" dirty="0"/>
              <a:t> 1.000 / 1.000</a:t>
            </a:r>
            <a:br>
              <a:rPr lang="en-US" dirty="0"/>
            </a:br>
            <a:r>
              <a:rPr lang="en-US" b="1" dirty="0"/>
              <a:t>Precision/Recall (Iris-versicolor):</a:t>
            </a:r>
            <a:r>
              <a:rPr lang="en-US" dirty="0"/>
              <a:t> 0.923 / 0.960</a:t>
            </a:r>
            <a:br>
              <a:rPr lang="en-US" dirty="0"/>
            </a:br>
            <a:r>
              <a:rPr lang="en-US" b="1" dirty="0"/>
              <a:t>Precision/Recall (Iris-virginica):</a:t>
            </a:r>
            <a:r>
              <a:rPr lang="en-US" dirty="0"/>
              <a:t> 0.958 / 0.920</a:t>
            </a:r>
            <a:br>
              <a:rPr lang="en-US" dirty="0"/>
            </a:br>
            <a:r>
              <a:rPr lang="en-US" b="1" dirty="0"/>
              <a:t>ROC Area:</a:t>
            </a:r>
            <a:r>
              <a:rPr lang="en-US" dirty="0"/>
              <a:t> 0.994 (excellent discrimination)</a:t>
            </a:r>
          </a:p>
        </p:txBody>
      </p:sp>
    </p:spTree>
    <p:extLst>
      <p:ext uri="{BB962C8B-B14F-4D97-AF65-F5344CB8AC3E}">
        <p14:creationId xmlns:p14="http://schemas.microsoft.com/office/powerpoint/2010/main" val="141862465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7F8291-4399-CC51-7823-508456CDF406}"/>
              </a:ext>
            </a:extLst>
          </p:cNvPr>
          <p:cNvSpPr>
            <a:spLocks noGrp="1"/>
          </p:cNvSpPr>
          <p:nvPr>
            <p:ph type="title"/>
          </p:nvPr>
        </p:nvSpPr>
        <p:spPr>
          <a:xfrm>
            <a:off x="731520" y="557784"/>
            <a:ext cx="3713996" cy="2212313"/>
          </a:xfrm>
        </p:spPr>
        <p:txBody>
          <a:bodyPr vert="horz" lIns="91440" tIns="45720" rIns="91440" bIns="45720" rtlCol="0" anchor="t">
            <a:normAutofit/>
          </a:bodyPr>
          <a:lstStyle/>
          <a:p>
            <a:r>
              <a:rPr lang="en-US" b="1" kern="1200" dirty="0">
                <a:latin typeface="+mj-lt"/>
                <a:ea typeface="+mj-ea"/>
                <a:cs typeface="+mj-cs"/>
              </a:rPr>
              <a:t>Naïve bayes Multinomial</a:t>
            </a:r>
          </a:p>
        </p:txBody>
      </p:sp>
      <p:sp>
        <p:nvSpPr>
          <p:cNvPr id="8" name="TextBox 7">
            <a:extLst>
              <a:ext uri="{FF2B5EF4-FFF2-40B4-BE49-F238E27FC236}">
                <a16:creationId xmlns:a16="http://schemas.microsoft.com/office/drawing/2014/main" id="{CDD3405C-1589-2786-45A1-73BC543F7256}"/>
              </a:ext>
            </a:extLst>
          </p:cNvPr>
          <p:cNvSpPr txBox="1"/>
          <p:nvPr/>
        </p:nvSpPr>
        <p:spPr>
          <a:xfrm>
            <a:off x="615949" y="2414596"/>
            <a:ext cx="4269201" cy="3139321"/>
          </a:xfrm>
          <a:prstGeom prst="rect">
            <a:avLst/>
          </a:prstGeom>
          <a:noFill/>
        </p:spPr>
        <p:txBody>
          <a:bodyPr wrap="square">
            <a:spAutoFit/>
          </a:bodyPr>
          <a:lstStyle/>
          <a:p>
            <a:r>
              <a:rPr lang="en-US" b="1" dirty="0"/>
              <a:t>Accuracy:</a:t>
            </a:r>
            <a:r>
              <a:rPr lang="en-US" dirty="0"/>
              <a:t> 95.3%  </a:t>
            </a:r>
          </a:p>
          <a:p>
            <a:r>
              <a:rPr lang="en-US" b="1" dirty="0"/>
              <a:t>Kappa statistic:</a:t>
            </a:r>
            <a:r>
              <a:rPr lang="en-US" dirty="0"/>
              <a:t> 0.93 (strong agreement)</a:t>
            </a:r>
            <a:br>
              <a:rPr lang="en-US" dirty="0"/>
            </a:br>
            <a:r>
              <a:rPr lang="en-US" b="1" dirty="0"/>
              <a:t>Precision/Recall (Iris-</a:t>
            </a:r>
            <a:r>
              <a:rPr lang="en-US" b="1" dirty="0" err="1"/>
              <a:t>setosa</a:t>
            </a:r>
            <a:r>
              <a:rPr lang="en-US" b="1" dirty="0"/>
              <a:t>):</a:t>
            </a:r>
            <a:r>
              <a:rPr lang="en-US" dirty="0"/>
              <a:t> 1.000 / 1.000</a:t>
            </a:r>
            <a:br>
              <a:rPr lang="en-US" dirty="0"/>
            </a:br>
            <a:r>
              <a:rPr lang="en-US" b="1" dirty="0"/>
              <a:t>Precision/Recall (Iris-versicolor):</a:t>
            </a:r>
            <a:r>
              <a:rPr lang="en-US" dirty="0"/>
              <a:t> 0.939 / 0.920</a:t>
            </a:r>
            <a:br>
              <a:rPr lang="en-US" dirty="0"/>
            </a:br>
            <a:r>
              <a:rPr lang="en-US" b="1" dirty="0"/>
              <a:t>Precision/Recall (Iris-virginica):</a:t>
            </a:r>
            <a:r>
              <a:rPr lang="en-US" dirty="0"/>
              <a:t> 0.922 / 0.940</a:t>
            </a:r>
            <a:br>
              <a:rPr lang="en-US" dirty="0"/>
            </a:br>
            <a:r>
              <a:rPr lang="en-US" b="1" dirty="0"/>
              <a:t>ROC Area:</a:t>
            </a:r>
            <a:r>
              <a:rPr lang="en-US" dirty="0"/>
              <a:t> 0.988 (excellent discrimination)</a:t>
            </a:r>
          </a:p>
        </p:txBody>
      </p:sp>
      <p:pic>
        <p:nvPicPr>
          <p:cNvPr id="3" name="Picture 2" descr="A screenshot of a computer&#10;&#10;AI-generated content may be incorrect.">
            <a:extLst>
              <a:ext uri="{FF2B5EF4-FFF2-40B4-BE49-F238E27FC236}">
                <a16:creationId xmlns:a16="http://schemas.microsoft.com/office/drawing/2014/main" id="{EEED7588-8D40-6D86-AE93-CBD2F98DF617}"/>
              </a:ext>
            </a:extLst>
          </p:cNvPr>
          <p:cNvPicPr>
            <a:picLocks noChangeAspect="1"/>
          </p:cNvPicPr>
          <p:nvPr/>
        </p:nvPicPr>
        <p:blipFill>
          <a:blip r:embed="rId2"/>
          <a:stretch>
            <a:fillRect/>
          </a:stretch>
        </p:blipFill>
        <p:spPr>
          <a:xfrm>
            <a:off x="5516880" y="972828"/>
            <a:ext cx="6395372" cy="4450942"/>
          </a:xfrm>
          <a:prstGeom prst="rect">
            <a:avLst/>
          </a:prstGeom>
        </p:spPr>
      </p:pic>
    </p:spTree>
    <p:extLst>
      <p:ext uri="{BB962C8B-B14F-4D97-AF65-F5344CB8AC3E}">
        <p14:creationId xmlns:p14="http://schemas.microsoft.com/office/powerpoint/2010/main" val="93855104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C80A56-1121-DD0B-0801-3DEEFF6D4569}"/>
              </a:ext>
            </a:extLst>
          </p:cNvPr>
          <p:cNvSpPr>
            <a:spLocks noGrp="1"/>
          </p:cNvSpPr>
          <p:nvPr>
            <p:ph type="title"/>
          </p:nvPr>
        </p:nvSpPr>
        <p:spPr>
          <a:xfrm>
            <a:off x="901874" y="557785"/>
            <a:ext cx="3713996" cy="1333646"/>
          </a:xfrm>
        </p:spPr>
        <p:txBody>
          <a:bodyPr/>
          <a:lstStyle/>
          <a:p>
            <a:r>
              <a:rPr lang="en-US" dirty="0"/>
              <a:t>Naïve Bayes Multinomial text</a:t>
            </a:r>
          </a:p>
        </p:txBody>
      </p:sp>
      <p:sp>
        <p:nvSpPr>
          <p:cNvPr id="3" name="Text Placeholder 2">
            <a:extLst>
              <a:ext uri="{FF2B5EF4-FFF2-40B4-BE49-F238E27FC236}">
                <a16:creationId xmlns:a16="http://schemas.microsoft.com/office/drawing/2014/main" id="{E863AB43-84C7-09B4-AD27-61C4A082C7C7}"/>
              </a:ext>
            </a:extLst>
          </p:cNvPr>
          <p:cNvSpPr>
            <a:spLocks noGrp="1"/>
          </p:cNvSpPr>
          <p:nvPr>
            <p:ph type="body" sz="half" idx="2"/>
          </p:nvPr>
        </p:nvSpPr>
        <p:spPr>
          <a:xfrm>
            <a:off x="901874" y="2104373"/>
            <a:ext cx="4183693" cy="4513787"/>
          </a:xfrm>
        </p:spPr>
        <p:txBody>
          <a:bodyPr>
            <a:normAutofit/>
          </a:bodyPr>
          <a:lstStyle/>
          <a:p>
            <a:r>
              <a:rPr lang="en-US" sz="1900" b="1" dirty="0"/>
              <a:t>Accuracy: 33.3%  </a:t>
            </a:r>
          </a:p>
          <a:p>
            <a:r>
              <a:rPr lang="en-US" sz="1900" b="1" dirty="0"/>
              <a:t>Kappa statistic: 0.44 (moderate agreement)</a:t>
            </a:r>
          </a:p>
          <a:p>
            <a:r>
              <a:rPr lang="en-US" sz="1900" b="1" dirty="0"/>
              <a:t>Precision/Recall (Iris-</a:t>
            </a:r>
            <a:r>
              <a:rPr lang="en-US" sz="1900" b="1" dirty="0" err="1"/>
              <a:t>setosa</a:t>
            </a:r>
            <a:r>
              <a:rPr lang="en-US" sz="1900" b="1" dirty="0"/>
              <a:t>): 0.333 / 1.000</a:t>
            </a:r>
            <a:br>
              <a:rPr lang="en-US" sz="1900" b="1" dirty="0"/>
            </a:br>
            <a:r>
              <a:rPr lang="en-US" sz="1900" b="1" dirty="0"/>
              <a:t>Precision/Recall (Iris-versicolor): 0.000 / 0.000</a:t>
            </a:r>
            <a:br>
              <a:rPr lang="en-US" sz="1900" b="1" dirty="0"/>
            </a:br>
            <a:r>
              <a:rPr lang="en-US" sz="1900" b="1" dirty="0"/>
              <a:t>Precision/Recall (Iris-virginica): 0.000 / 0.000</a:t>
            </a:r>
            <a:br>
              <a:rPr lang="en-US" sz="1900" b="1" dirty="0"/>
            </a:br>
            <a:r>
              <a:rPr lang="en-US" sz="1900" b="1" dirty="0"/>
              <a:t>ROC Area: 0.500 (poor discrimination)</a:t>
            </a:r>
          </a:p>
          <a:p>
            <a:endParaRPr lang="en-US" dirty="0"/>
          </a:p>
        </p:txBody>
      </p:sp>
      <p:pic>
        <p:nvPicPr>
          <p:cNvPr id="5" name="Picture 4" descr="A screenshot of a computer&#10;&#10;AI-generated content may be incorrect.">
            <a:extLst>
              <a:ext uri="{FF2B5EF4-FFF2-40B4-BE49-F238E27FC236}">
                <a16:creationId xmlns:a16="http://schemas.microsoft.com/office/drawing/2014/main" id="{8D29D9BD-E836-4740-39FA-FC5489158BA2}"/>
              </a:ext>
            </a:extLst>
          </p:cNvPr>
          <p:cNvPicPr>
            <a:picLocks noChangeAspect="1"/>
          </p:cNvPicPr>
          <p:nvPr/>
        </p:nvPicPr>
        <p:blipFill>
          <a:blip r:embed="rId2"/>
          <a:stretch>
            <a:fillRect/>
          </a:stretch>
        </p:blipFill>
        <p:spPr>
          <a:xfrm>
            <a:off x="6248400" y="911580"/>
            <a:ext cx="5943600" cy="4700079"/>
          </a:xfrm>
          <a:prstGeom prst="rect">
            <a:avLst/>
          </a:prstGeom>
        </p:spPr>
      </p:pic>
    </p:spTree>
    <p:extLst>
      <p:ext uri="{BB962C8B-B14F-4D97-AF65-F5344CB8AC3E}">
        <p14:creationId xmlns:p14="http://schemas.microsoft.com/office/powerpoint/2010/main" val="16388915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FEEC8F-9270-3B91-61ED-D957E52B6C63}"/>
              </a:ext>
            </a:extLst>
          </p:cNvPr>
          <p:cNvSpPr>
            <a:spLocks noGrp="1"/>
          </p:cNvSpPr>
          <p:nvPr>
            <p:ph type="title"/>
          </p:nvPr>
        </p:nvSpPr>
        <p:spPr/>
        <p:txBody>
          <a:bodyPr/>
          <a:lstStyle/>
          <a:p>
            <a:r>
              <a:rPr lang="en-US" dirty="0"/>
              <a:t>Naïve Bayes Updateable</a:t>
            </a:r>
          </a:p>
        </p:txBody>
      </p:sp>
      <p:sp>
        <p:nvSpPr>
          <p:cNvPr id="3" name="Text Placeholder 2">
            <a:extLst>
              <a:ext uri="{FF2B5EF4-FFF2-40B4-BE49-F238E27FC236}">
                <a16:creationId xmlns:a16="http://schemas.microsoft.com/office/drawing/2014/main" id="{9B232C1B-CF36-1151-1F1E-641E9EEF9002}"/>
              </a:ext>
            </a:extLst>
          </p:cNvPr>
          <p:cNvSpPr>
            <a:spLocks noGrp="1"/>
          </p:cNvSpPr>
          <p:nvPr>
            <p:ph type="body" sz="half" idx="2"/>
          </p:nvPr>
        </p:nvSpPr>
        <p:spPr>
          <a:xfrm>
            <a:off x="731520" y="2204581"/>
            <a:ext cx="3845490" cy="3319397"/>
          </a:xfrm>
        </p:spPr>
        <p:txBody>
          <a:bodyPr>
            <a:normAutofit/>
          </a:bodyPr>
          <a:lstStyle/>
          <a:p>
            <a:r>
              <a:rPr lang="en-US" b="1" dirty="0"/>
              <a:t>Accuracy:</a:t>
            </a:r>
            <a:r>
              <a:rPr lang="en-US" dirty="0"/>
              <a:t> 96.0%  </a:t>
            </a:r>
          </a:p>
          <a:p>
            <a:r>
              <a:rPr lang="en-US" b="1" dirty="0"/>
              <a:t>Kappa statistic:</a:t>
            </a:r>
            <a:r>
              <a:rPr lang="en-US" dirty="0"/>
              <a:t> 0.94 (strong agreement)</a:t>
            </a:r>
            <a:br>
              <a:rPr lang="en-US" dirty="0"/>
            </a:br>
            <a:r>
              <a:rPr lang="en-US" b="1" dirty="0"/>
              <a:t>Precision/Recall (Iris-</a:t>
            </a:r>
            <a:r>
              <a:rPr lang="en-US" b="1" dirty="0" err="1"/>
              <a:t>setosa</a:t>
            </a:r>
            <a:r>
              <a:rPr lang="en-US" b="1" dirty="0"/>
              <a:t>):</a:t>
            </a:r>
            <a:r>
              <a:rPr lang="en-US" dirty="0"/>
              <a:t> 1.000 / 1.000</a:t>
            </a:r>
            <a:br>
              <a:rPr lang="en-US" dirty="0"/>
            </a:br>
            <a:r>
              <a:rPr lang="en-US" b="1" dirty="0"/>
              <a:t>Precision/Recall (Iris-versicolor):</a:t>
            </a:r>
            <a:r>
              <a:rPr lang="en-US" dirty="0"/>
              <a:t> 0.923 / 0.960</a:t>
            </a:r>
            <a:br>
              <a:rPr lang="en-US" dirty="0"/>
            </a:br>
            <a:r>
              <a:rPr lang="en-US" b="1" dirty="0"/>
              <a:t>Precision/Recall (Iris-virginica):</a:t>
            </a:r>
            <a:r>
              <a:rPr lang="en-US" dirty="0"/>
              <a:t> 0.958 / 0.920</a:t>
            </a:r>
            <a:br>
              <a:rPr lang="en-US" dirty="0"/>
            </a:br>
            <a:r>
              <a:rPr lang="en-US" b="1" dirty="0"/>
              <a:t>ROC Area:</a:t>
            </a:r>
            <a:r>
              <a:rPr lang="en-US" dirty="0"/>
              <a:t> 0.994 (excellent discrimination)</a:t>
            </a:r>
          </a:p>
          <a:p>
            <a:endParaRPr lang="en-US" dirty="0"/>
          </a:p>
        </p:txBody>
      </p:sp>
      <p:pic>
        <p:nvPicPr>
          <p:cNvPr id="6" name="Picture 5" descr="A screenshot of a computer&#10;&#10;AI-generated content may be incorrect.">
            <a:extLst>
              <a:ext uri="{FF2B5EF4-FFF2-40B4-BE49-F238E27FC236}">
                <a16:creationId xmlns:a16="http://schemas.microsoft.com/office/drawing/2014/main" id="{7BDBA50F-D288-87E5-7DAD-45062BA59BE4}"/>
              </a:ext>
            </a:extLst>
          </p:cNvPr>
          <p:cNvPicPr>
            <a:picLocks noChangeAspect="1"/>
          </p:cNvPicPr>
          <p:nvPr/>
        </p:nvPicPr>
        <p:blipFill>
          <a:blip r:embed="rId2"/>
          <a:stretch>
            <a:fillRect/>
          </a:stretch>
        </p:blipFill>
        <p:spPr>
          <a:xfrm>
            <a:off x="5516880" y="839244"/>
            <a:ext cx="5943600" cy="4997885"/>
          </a:xfrm>
          <a:prstGeom prst="rect">
            <a:avLst/>
          </a:prstGeom>
        </p:spPr>
      </p:pic>
    </p:spTree>
    <p:extLst>
      <p:ext uri="{BB962C8B-B14F-4D97-AF65-F5344CB8AC3E}">
        <p14:creationId xmlns:p14="http://schemas.microsoft.com/office/powerpoint/2010/main" val="317393281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A04360-5885-E65F-D807-310093536645}"/>
              </a:ext>
            </a:extLst>
          </p:cNvPr>
          <p:cNvSpPr>
            <a:spLocks noGrp="1"/>
          </p:cNvSpPr>
          <p:nvPr>
            <p:ph type="title"/>
          </p:nvPr>
        </p:nvSpPr>
        <p:spPr>
          <a:xfrm>
            <a:off x="706468" y="717234"/>
            <a:ext cx="5731910" cy="682293"/>
          </a:xfrm>
        </p:spPr>
        <p:txBody>
          <a:bodyPr>
            <a:normAutofit/>
          </a:bodyPr>
          <a:lstStyle/>
          <a:p>
            <a:r>
              <a:rPr lang="en-US" dirty="0"/>
              <a:t>ROC CURVE COMPARISON</a:t>
            </a:r>
          </a:p>
        </p:txBody>
      </p:sp>
      <p:pic>
        <p:nvPicPr>
          <p:cNvPr id="5" name="Picture 4" descr="A screenshot of a computer&#10;&#10;AI-generated content may be incorrect.">
            <a:extLst>
              <a:ext uri="{FF2B5EF4-FFF2-40B4-BE49-F238E27FC236}">
                <a16:creationId xmlns:a16="http://schemas.microsoft.com/office/drawing/2014/main" id="{53A8436B-6EB0-F78E-B007-5EC192482085}"/>
              </a:ext>
            </a:extLst>
          </p:cNvPr>
          <p:cNvPicPr>
            <a:picLocks noChangeAspect="1"/>
          </p:cNvPicPr>
          <p:nvPr/>
        </p:nvPicPr>
        <p:blipFill>
          <a:blip r:embed="rId2"/>
          <a:stretch>
            <a:fillRect/>
          </a:stretch>
        </p:blipFill>
        <p:spPr>
          <a:xfrm>
            <a:off x="618278" y="2279736"/>
            <a:ext cx="3637185" cy="3519883"/>
          </a:xfrm>
          <a:prstGeom prst="rect">
            <a:avLst/>
          </a:prstGeom>
        </p:spPr>
      </p:pic>
      <p:pic>
        <p:nvPicPr>
          <p:cNvPr id="6" name="Picture 5" descr="A screenshot of a computer&#10;&#10;AI-generated content may be incorrect.">
            <a:extLst>
              <a:ext uri="{FF2B5EF4-FFF2-40B4-BE49-F238E27FC236}">
                <a16:creationId xmlns:a16="http://schemas.microsoft.com/office/drawing/2014/main" id="{9013FB62-02F6-C87F-56CE-E25CA512C40B}"/>
              </a:ext>
            </a:extLst>
          </p:cNvPr>
          <p:cNvPicPr>
            <a:picLocks noChangeAspect="1"/>
          </p:cNvPicPr>
          <p:nvPr/>
        </p:nvPicPr>
        <p:blipFill>
          <a:blip r:embed="rId3"/>
          <a:stretch>
            <a:fillRect/>
          </a:stretch>
        </p:blipFill>
        <p:spPr>
          <a:xfrm>
            <a:off x="4529068" y="2279734"/>
            <a:ext cx="3637185" cy="3682653"/>
          </a:xfrm>
          <a:prstGeom prst="rect">
            <a:avLst/>
          </a:prstGeom>
        </p:spPr>
      </p:pic>
      <p:pic>
        <p:nvPicPr>
          <p:cNvPr id="7" name="Picture 6" descr="A screenshot of a computer&#10;&#10;AI-generated content may be incorrect.">
            <a:extLst>
              <a:ext uri="{FF2B5EF4-FFF2-40B4-BE49-F238E27FC236}">
                <a16:creationId xmlns:a16="http://schemas.microsoft.com/office/drawing/2014/main" id="{C469D122-C036-B392-3E3F-BDE6AF6218D7}"/>
              </a:ext>
            </a:extLst>
          </p:cNvPr>
          <p:cNvPicPr>
            <a:picLocks noChangeAspect="1"/>
          </p:cNvPicPr>
          <p:nvPr/>
        </p:nvPicPr>
        <p:blipFill>
          <a:blip r:embed="rId3"/>
          <a:stretch>
            <a:fillRect/>
          </a:stretch>
        </p:blipFill>
        <p:spPr>
          <a:xfrm>
            <a:off x="8439858" y="2279734"/>
            <a:ext cx="3385948" cy="3682653"/>
          </a:xfrm>
          <a:prstGeom prst="rect">
            <a:avLst/>
          </a:prstGeom>
        </p:spPr>
      </p:pic>
    </p:spTree>
    <p:extLst>
      <p:ext uri="{BB962C8B-B14F-4D97-AF65-F5344CB8AC3E}">
        <p14:creationId xmlns:p14="http://schemas.microsoft.com/office/powerpoint/2010/main" val="256652871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CB8862-4B42-CB47-E01F-DAF2284E42A3}"/>
              </a:ext>
            </a:extLst>
          </p:cNvPr>
          <p:cNvSpPr>
            <a:spLocks noGrp="1"/>
          </p:cNvSpPr>
          <p:nvPr>
            <p:ph type="title"/>
          </p:nvPr>
        </p:nvSpPr>
        <p:spPr>
          <a:xfrm>
            <a:off x="1033272" y="347472"/>
            <a:ext cx="9875520" cy="1033272"/>
          </a:xfrm>
        </p:spPr>
        <p:txBody>
          <a:bodyPr anchor="ctr">
            <a:normAutofit/>
          </a:bodyPr>
          <a:lstStyle/>
          <a:p>
            <a:r>
              <a:rPr lang="en-US" dirty="0"/>
              <a:t>ROC summary</a:t>
            </a:r>
          </a:p>
        </p:txBody>
      </p:sp>
      <p:sp>
        <p:nvSpPr>
          <p:cNvPr id="7" name="TextBox 6">
            <a:extLst>
              <a:ext uri="{FF2B5EF4-FFF2-40B4-BE49-F238E27FC236}">
                <a16:creationId xmlns:a16="http://schemas.microsoft.com/office/drawing/2014/main" id="{87CB4495-0579-A008-C5E0-77AD522E9025}"/>
              </a:ext>
            </a:extLst>
          </p:cNvPr>
          <p:cNvSpPr txBox="1"/>
          <p:nvPr/>
        </p:nvSpPr>
        <p:spPr>
          <a:xfrm>
            <a:off x="1658894" y="2263211"/>
            <a:ext cx="8621928" cy="3139321"/>
          </a:xfrm>
          <a:prstGeom prst="rect">
            <a:avLst/>
          </a:prstGeom>
          <a:noFill/>
        </p:spPr>
        <p:txBody>
          <a:bodyPr wrap="square">
            <a:spAutoFit/>
          </a:bodyPr>
          <a:lstStyle/>
          <a:p>
            <a:pPr>
              <a:buFont typeface="Arial" panose="020B0604020202020204" pitchFamily="34" charset="0"/>
              <a:buChar char="•"/>
            </a:pPr>
            <a:r>
              <a:rPr lang="en-US" dirty="0"/>
              <a:t>The </a:t>
            </a:r>
            <a:r>
              <a:rPr lang="en-US" b="1" dirty="0"/>
              <a:t>Iris-</a:t>
            </a:r>
            <a:r>
              <a:rPr lang="en-US" b="1" dirty="0" err="1"/>
              <a:t>setosa</a:t>
            </a:r>
            <a:r>
              <a:rPr lang="en-US" dirty="0"/>
              <a:t> ROC curve achieves a </a:t>
            </a:r>
            <a:r>
              <a:rPr lang="en-US" b="1" dirty="0"/>
              <a:t>perfect AUC of 1.0</a:t>
            </a:r>
            <a:r>
              <a:rPr lang="en-US" dirty="0"/>
              <a:t>, confirming that the classifier distinguishes this class with complete accuracy and no false positives.</a:t>
            </a:r>
          </a:p>
          <a:p>
            <a:pPr>
              <a:buFont typeface="Arial" panose="020B0604020202020204" pitchFamily="34" charset="0"/>
              <a:buChar char="•"/>
            </a:pPr>
            <a:r>
              <a:rPr lang="en-US" dirty="0"/>
              <a:t>The </a:t>
            </a:r>
            <a:r>
              <a:rPr lang="en-US" b="1" dirty="0"/>
              <a:t>Iris-versicolor</a:t>
            </a:r>
            <a:r>
              <a:rPr lang="en-US" dirty="0"/>
              <a:t> and </a:t>
            </a:r>
            <a:r>
              <a:rPr lang="en-US" b="1" dirty="0"/>
              <a:t>Iris-virginica</a:t>
            </a:r>
            <a:r>
              <a:rPr lang="en-US" dirty="0"/>
              <a:t> classes both show </a:t>
            </a:r>
            <a:r>
              <a:rPr lang="en-US" b="1" dirty="0"/>
              <a:t>AUC values around 0.9918</a:t>
            </a:r>
            <a:r>
              <a:rPr lang="en-US" dirty="0"/>
              <a:t>, indicating near-perfect discrimination performance.</a:t>
            </a:r>
          </a:p>
          <a:p>
            <a:pPr>
              <a:buFont typeface="Arial" panose="020B0604020202020204" pitchFamily="34" charset="0"/>
              <a:buChar char="•"/>
            </a:pPr>
            <a:r>
              <a:rPr lang="en-US" dirty="0"/>
              <a:t>All three curves rise sharply toward the top-left corner, demonstrating </a:t>
            </a:r>
            <a:r>
              <a:rPr lang="en-US" b="1" dirty="0"/>
              <a:t>high sensitivity and specificity</a:t>
            </a:r>
            <a:r>
              <a:rPr lang="en-US" dirty="0"/>
              <a:t>.</a:t>
            </a:r>
          </a:p>
          <a:p>
            <a:pPr>
              <a:buFont typeface="Arial" panose="020B0604020202020204" pitchFamily="34" charset="0"/>
              <a:buChar char="•"/>
            </a:pPr>
            <a:r>
              <a:rPr lang="en-US" dirty="0"/>
              <a:t>The minimal difference between Versicolor and Virginica curves suggests </a:t>
            </a:r>
            <a:r>
              <a:rPr lang="en-US" b="1" dirty="0"/>
              <a:t>very low overlap</a:t>
            </a:r>
            <a:r>
              <a:rPr lang="en-US" dirty="0"/>
              <a:t> in their predicted probabilities.</a:t>
            </a:r>
          </a:p>
          <a:p>
            <a:pPr>
              <a:buFont typeface="Arial" panose="020B0604020202020204" pitchFamily="34" charset="0"/>
              <a:buChar char="•"/>
            </a:pPr>
            <a:r>
              <a:rPr lang="en-US" dirty="0"/>
              <a:t>Overall, the ROC comparison highlights that the model performs </a:t>
            </a:r>
            <a:r>
              <a:rPr lang="en-US" b="1" dirty="0"/>
              <a:t>exceptionally well across all classes</a:t>
            </a:r>
            <a:r>
              <a:rPr lang="en-US" dirty="0"/>
              <a:t>, with </a:t>
            </a:r>
            <a:r>
              <a:rPr lang="en-US" i="1" dirty="0" err="1"/>
              <a:t>Setosa</a:t>
            </a:r>
            <a:r>
              <a:rPr lang="en-US" dirty="0"/>
              <a:t> being perfectly separable and the other two showing </a:t>
            </a:r>
            <a:r>
              <a:rPr lang="en-US" b="1" dirty="0"/>
              <a:t>almost ideal classification boundaries</a:t>
            </a:r>
            <a:r>
              <a:rPr lang="en-US" dirty="0"/>
              <a:t>.</a:t>
            </a:r>
          </a:p>
        </p:txBody>
      </p:sp>
    </p:spTree>
    <p:extLst>
      <p:ext uri="{BB962C8B-B14F-4D97-AF65-F5344CB8AC3E}">
        <p14:creationId xmlns:p14="http://schemas.microsoft.com/office/powerpoint/2010/main" val="1377994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2858" y="310896"/>
            <a:ext cx="6858000" cy="923544"/>
          </a:xfrm>
        </p:spPr>
        <p:txBody>
          <a:bodyPr anchor="b">
            <a:normAutofit/>
          </a:bodyPr>
          <a:lstStyle/>
          <a:p>
            <a:r>
              <a:rPr dirty="0"/>
              <a:t>Decision Tree (ID3)</a:t>
            </a:r>
          </a:p>
        </p:txBody>
      </p:sp>
      <p:pic>
        <p:nvPicPr>
          <p:cNvPr id="6" name="Picture 5">
            <a:extLst>
              <a:ext uri="{FF2B5EF4-FFF2-40B4-BE49-F238E27FC236}">
                <a16:creationId xmlns:a16="http://schemas.microsoft.com/office/drawing/2014/main" id="{15A7889C-31DD-6CED-8D12-7382A143132B}"/>
              </a:ext>
            </a:extLst>
          </p:cNvPr>
          <p:cNvPicPr>
            <a:picLocks noChangeAspect="1"/>
          </p:cNvPicPr>
          <p:nvPr/>
        </p:nvPicPr>
        <p:blipFill>
          <a:blip r:embed="rId2"/>
          <a:stretch>
            <a:fillRect/>
          </a:stretch>
        </p:blipFill>
        <p:spPr>
          <a:xfrm>
            <a:off x="452858" y="1380745"/>
            <a:ext cx="4845652" cy="4608575"/>
          </a:xfrm>
          <a:prstGeom prst="rect">
            <a:avLst/>
          </a:prstGeom>
        </p:spPr>
      </p:pic>
      <p:sp>
        <p:nvSpPr>
          <p:cNvPr id="5" name="Rectangle 1">
            <a:extLst>
              <a:ext uri="{FF2B5EF4-FFF2-40B4-BE49-F238E27FC236}">
                <a16:creationId xmlns:a16="http://schemas.microsoft.com/office/drawing/2014/main" id="{EF3787FB-07BB-5C75-5383-3C69A3DF4EF2}"/>
              </a:ext>
            </a:extLst>
          </p:cNvPr>
          <p:cNvSpPr>
            <a:spLocks noChangeArrowheads="1"/>
          </p:cNvSpPr>
          <p:nvPr/>
        </p:nvSpPr>
        <p:spPr bwMode="auto">
          <a:xfrm>
            <a:off x="5721532" y="2426365"/>
            <a:ext cx="4985670"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1800" b="1" i="0" u="none" strike="noStrike" cap="none" normalizeH="0" baseline="0" dirty="0">
                <a:ln>
                  <a:noFill/>
                </a:ln>
                <a:solidFill>
                  <a:schemeClr val="tx1"/>
                </a:solidFill>
                <a:effectLst/>
                <a:latin typeface="Avenir Next LT Pro Light (Body)"/>
              </a:rPr>
              <a:t>Accuracy</a:t>
            </a:r>
            <a:r>
              <a:rPr kumimoji="0" lang="en-US" altLang="en-US" sz="1800" i="0" u="none" strike="noStrike" cap="none" normalizeH="0" baseline="0" dirty="0">
                <a:ln>
                  <a:noFill/>
                </a:ln>
                <a:solidFill>
                  <a:schemeClr val="tx1"/>
                </a:solidFill>
                <a:effectLst/>
                <a:latin typeface="Avenir Next LT Pro Light (Body)"/>
              </a:rPr>
              <a:t>: 85.71%</a:t>
            </a:r>
          </a:p>
          <a:p>
            <a:pPr marL="0" marR="0" lvl="0" indent="0" algn="l" defTabSz="914400" rtl="0" eaLnBrk="0" fontAlgn="base" latinLnBrk="0" hangingPunct="0">
              <a:lnSpc>
                <a:spcPct val="100000"/>
              </a:lnSpc>
              <a:spcBef>
                <a:spcPct val="0"/>
              </a:spcBef>
              <a:spcAft>
                <a:spcPct val="0"/>
              </a:spcAft>
              <a:buClrTx/>
              <a:buSzTx/>
              <a:tabLst/>
            </a:pPr>
            <a:r>
              <a:rPr kumimoji="0" lang="en-US" altLang="en-US" sz="1800" b="1" i="0" u="none" strike="noStrike" cap="none" normalizeH="0" baseline="0" dirty="0">
                <a:ln>
                  <a:noFill/>
                </a:ln>
                <a:solidFill>
                  <a:schemeClr val="tx1"/>
                </a:solidFill>
                <a:effectLst/>
                <a:latin typeface="Avenir Next LT Pro Light (Body)"/>
              </a:rPr>
              <a:t>Kappa Statistic</a:t>
            </a:r>
            <a:r>
              <a:rPr kumimoji="0" lang="en-US" altLang="en-US" sz="1800" i="0" u="none" strike="noStrike" cap="none" normalizeH="0" baseline="0" dirty="0">
                <a:ln>
                  <a:noFill/>
                </a:ln>
                <a:solidFill>
                  <a:schemeClr val="tx1"/>
                </a:solidFill>
                <a:effectLst/>
                <a:latin typeface="Avenir Next LT Pro Light (Body)"/>
              </a:rPr>
              <a:t>: 0.689 (substantial agreement)</a:t>
            </a:r>
          </a:p>
          <a:p>
            <a:pPr marL="0" marR="0" lvl="0" indent="0" algn="l" defTabSz="914400" rtl="0" eaLnBrk="0" fontAlgn="base" latinLnBrk="0" hangingPunct="0">
              <a:lnSpc>
                <a:spcPct val="100000"/>
              </a:lnSpc>
              <a:spcBef>
                <a:spcPct val="0"/>
              </a:spcBef>
              <a:spcAft>
                <a:spcPct val="0"/>
              </a:spcAft>
              <a:buClrTx/>
              <a:buSzTx/>
              <a:tabLst/>
            </a:pPr>
            <a:r>
              <a:rPr kumimoji="0" lang="en-US" altLang="en-US" sz="1800" b="1" i="0" u="none" strike="noStrike" cap="none" normalizeH="0" baseline="0" dirty="0">
                <a:ln>
                  <a:noFill/>
                </a:ln>
                <a:solidFill>
                  <a:schemeClr val="tx1"/>
                </a:solidFill>
                <a:effectLst/>
                <a:latin typeface="Avenir Next LT Pro Light (Body)"/>
              </a:rPr>
              <a:t>ROC Area: </a:t>
            </a:r>
            <a:r>
              <a:rPr kumimoji="0" lang="en-US" altLang="en-US" sz="1800" i="0" u="none" strike="noStrike" cap="none" normalizeH="0" baseline="0" dirty="0">
                <a:ln>
                  <a:noFill/>
                </a:ln>
                <a:solidFill>
                  <a:schemeClr val="tx1"/>
                </a:solidFill>
                <a:effectLst/>
                <a:latin typeface="Avenir Next LT Pro Light (Body)"/>
              </a:rPr>
              <a:t>0.844 (good discrimination)</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i="0" u="none" strike="noStrike" cap="none" normalizeH="0" baseline="0" dirty="0">
              <a:ln>
                <a:noFill/>
              </a:ln>
              <a:solidFill>
                <a:schemeClr val="tx1"/>
              </a:solidFill>
              <a:effectLst/>
              <a:latin typeface="Avenir Next LT Pro Light (Body)"/>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1800" b="1" i="0" u="none" strike="noStrike" cap="none" normalizeH="0" baseline="0" dirty="0">
                <a:ln>
                  <a:noFill/>
                </a:ln>
                <a:solidFill>
                  <a:schemeClr val="tx1"/>
                </a:solidFill>
                <a:effectLst/>
                <a:latin typeface="Avenir Next LT Pro Light (Body)"/>
              </a:rPr>
              <a:t>Interpretation</a:t>
            </a:r>
            <a:r>
              <a:rPr kumimoji="0" lang="en-US" altLang="en-US" sz="1800" i="0" u="none" strike="noStrike" cap="none" normalizeH="0" baseline="0" dirty="0">
                <a:ln>
                  <a:noFill/>
                </a:ln>
                <a:solidFill>
                  <a:schemeClr val="tx1"/>
                </a:solidFill>
                <a:effectLst/>
                <a:latin typeface="Avenir Next LT Pro Light (Body)"/>
              </a:rPr>
              <a:t>: Balanced and consistent performance across classes (“yes” and “no”), showing reliable classification with good generalization.</a:t>
            </a:r>
          </a:p>
        </p:txBody>
      </p:sp>
      <p:sp>
        <p:nvSpPr>
          <p:cNvPr id="8" name="TextBox 7">
            <a:extLst>
              <a:ext uri="{FF2B5EF4-FFF2-40B4-BE49-F238E27FC236}">
                <a16:creationId xmlns:a16="http://schemas.microsoft.com/office/drawing/2014/main" id="{B0071908-0240-0F64-CE52-C2CCCAD2F667}"/>
              </a:ext>
            </a:extLst>
          </p:cNvPr>
          <p:cNvSpPr txBox="1"/>
          <p:nvPr/>
        </p:nvSpPr>
        <p:spPr>
          <a:xfrm>
            <a:off x="5721532" y="1756607"/>
            <a:ext cx="4463156" cy="369332"/>
          </a:xfrm>
          <a:prstGeom prst="rect">
            <a:avLst/>
          </a:prstGeom>
          <a:noFill/>
        </p:spPr>
        <p:txBody>
          <a:bodyPr wrap="square" rtlCol="0">
            <a:spAutoFit/>
          </a:bodyPr>
          <a:lstStyle/>
          <a:p>
            <a:r>
              <a:rPr lang="en-US" b="1" dirty="0"/>
              <a:t>Dataset: </a:t>
            </a:r>
            <a:r>
              <a:rPr lang="en-US" b="1" dirty="0" err="1"/>
              <a:t>weather.nominal</a:t>
            </a:r>
            <a:endParaRPr lang="en-US" b="1"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086600" y="1014984"/>
            <a:ext cx="4489704" cy="1463040"/>
          </a:xfrm>
        </p:spPr>
        <p:txBody>
          <a:bodyPr vert="horz" lIns="91440" tIns="45720" rIns="91440" bIns="45720" rtlCol="0" anchor="t">
            <a:normAutofit/>
          </a:bodyPr>
          <a:lstStyle/>
          <a:p>
            <a:r>
              <a:rPr lang="en-US" b="1" kern="1200" cap="all" spc="700" baseline="0">
                <a:latin typeface="+mj-lt"/>
                <a:ea typeface="+mj-ea"/>
                <a:cs typeface="+mj-cs"/>
              </a:rPr>
              <a:t>Decision Rule PRISM</a:t>
            </a:r>
          </a:p>
        </p:txBody>
      </p:sp>
      <p:pic>
        <p:nvPicPr>
          <p:cNvPr id="4" name="Picture 3" descr="A screenshot of a computer&#10;&#10;AI-generated content may be incorrect.">
            <a:extLst>
              <a:ext uri="{FF2B5EF4-FFF2-40B4-BE49-F238E27FC236}">
                <a16:creationId xmlns:a16="http://schemas.microsoft.com/office/drawing/2014/main" id="{6F53EBB0-526A-7330-DE9F-EDCB98B3D2BF}"/>
              </a:ext>
            </a:extLst>
          </p:cNvPr>
          <p:cNvPicPr>
            <a:picLocks noChangeAspect="1"/>
          </p:cNvPicPr>
          <p:nvPr/>
        </p:nvPicPr>
        <p:blipFill>
          <a:blip r:embed="rId2"/>
          <a:srcRect r="51744" b="1"/>
          <a:stretch>
            <a:fillRect/>
          </a:stretch>
        </p:blipFill>
        <p:spPr>
          <a:xfrm>
            <a:off x="20" y="-1"/>
            <a:ext cx="6281908" cy="6411311"/>
          </a:xfrm>
          <a:prstGeom prst="rect">
            <a:avLst/>
          </a:prstGeom>
          <a:noFill/>
        </p:spPr>
      </p:pic>
      <p:sp>
        <p:nvSpPr>
          <p:cNvPr id="9" name="TextBox 8">
            <a:extLst>
              <a:ext uri="{FF2B5EF4-FFF2-40B4-BE49-F238E27FC236}">
                <a16:creationId xmlns:a16="http://schemas.microsoft.com/office/drawing/2014/main" id="{EA609A40-A074-246B-4551-28D6D38C5DEA}"/>
              </a:ext>
            </a:extLst>
          </p:cNvPr>
          <p:cNvSpPr txBox="1"/>
          <p:nvPr/>
        </p:nvSpPr>
        <p:spPr>
          <a:xfrm>
            <a:off x="7086600" y="2633472"/>
            <a:ext cx="4498848" cy="2980944"/>
          </a:xfrm>
          <a:prstGeom prst="rect">
            <a:avLst/>
          </a:prstGeom>
        </p:spPr>
        <p:txBody>
          <a:bodyPr vert="horz" lIns="91440" tIns="45720" rIns="91440" bIns="45720" rtlCol="0" anchor="b">
            <a:normAutofit/>
          </a:bodyPr>
          <a:lstStyle/>
          <a:p>
            <a:pPr>
              <a:lnSpc>
                <a:spcPct val="120000"/>
              </a:lnSpc>
              <a:spcBef>
                <a:spcPts val="1000"/>
              </a:spcBef>
              <a:defRPr sz="1800">
                <a:solidFill>
                  <a:srgbClr val="000000"/>
                </a:solidFill>
              </a:defRPr>
            </a:pPr>
            <a:r>
              <a:rPr lang="en-US" dirty="0"/>
              <a:t>Dataset: </a:t>
            </a:r>
            <a:r>
              <a:rPr lang="en-US" dirty="0" err="1"/>
              <a:t>weather.nominal.arff</a:t>
            </a:r>
            <a:endParaRPr lang="en-US" dirty="0"/>
          </a:p>
          <a:p>
            <a:pPr>
              <a:lnSpc>
                <a:spcPct val="120000"/>
              </a:lnSpc>
              <a:spcBef>
                <a:spcPts val="1000"/>
              </a:spcBef>
              <a:defRPr sz="1800">
                <a:solidFill>
                  <a:srgbClr val="000000"/>
                </a:solidFill>
              </a:defRPr>
            </a:pPr>
            <a:endParaRPr lang="en-US" dirty="0"/>
          </a:p>
          <a:p>
            <a:pPr>
              <a:lnSpc>
                <a:spcPct val="120000"/>
              </a:lnSpc>
              <a:spcBef>
                <a:spcPts val="1000"/>
              </a:spcBef>
              <a:defRPr sz="1800">
                <a:solidFill>
                  <a:srgbClr val="000000"/>
                </a:solidFill>
              </a:defRPr>
            </a:pPr>
            <a:r>
              <a:rPr lang="en-US" b="1" dirty="0"/>
              <a:t>Accuracy</a:t>
            </a:r>
            <a:r>
              <a:rPr lang="en-US" dirty="0"/>
              <a:t>: 64.3%</a:t>
            </a:r>
          </a:p>
          <a:p>
            <a:pPr>
              <a:lnSpc>
                <a:spcPct val="120000"/>
              </a:lnSpc>
              <a:spcBef>
                <a:spcPts val="1000"/>
              </a:spcBef>
              <a:defRPr sz="1800">
                <a:solidFill>
                  <a:srgbClr val="000000"/>
                </a:solidFill>
              </a:defRPr>
            </a:pPr>
            <a:r>
              <a:rPr lang="en-US" dirty="0"/>
              <a:t>Bias toward predicting '</a:t>
            </a:r>
            <a:r>
              <a:rPr lang="en-US" dirty="0" err="1"/>
              <a:t>yes'</a:t>
            </a:r>
            <a:endParaRPr lang="en-US" dirty="0"/>
          </a:p>
          <a:p>
            <a:pPr>
              <a:lnSpc>
                <a:spcPct val="120000"/>
              </a:lnSpc>
              <a:spcBef>
                <a:spcPts val="1000"/>
              </a:spcBef>
              <a:defRPr sz="1800">
                <a:solidFill>
                  <a:srgbClr val="000000"/>
                </a:solidFill>
              </a:defRPr>
            </a:pPr>
            <a:r>
              <a:rPr lang="en-US" dirty="0"/>
              <a:t>Lower coverage for minority class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73952" y="475488"/>
            <a:ext cx="3401568" cy="1197864"/>
          </a:xfrm>
        </p:spPr>
        <p:txBody>
          <a:bodyPr anchor="b">
            <a:normAutofit/>
          </a:bodyPr>
          <a:lstStyle/>
          <a:p>
            <a:r>
              <a:rPr lang="en-US" sz="2700" dirty="0" err="1"/>
              <a:t>Apriori</a:t>
            </a:r>
            <a:r>
              <a:rPr lang="en-US" sz="2700" dirty="0"/>
              <a:t> (Association Rule)</a:t>
            </a:r>
          </a:p>
        </p:txBody>
      </p:sp>
      <p:pic>
        <p:nvPicPr>
          <p:cNvPr id="7" name="Picture 6" descr="A screenshot of a computer&#10;&#10;AI-generated content may be incorrect.">
            <a:extLst>
              <a:ext uri="{FF2B5EF4-FFF2-40B4-BE49-F238E27FC236}">
                <a16:creationId xmlns:a16="http://schemas.microsoft.com/office/drawing/2014/main" id="{8560A099-5D0E-FB80-329D-52ACF4D41BEE}"/>
              </a:ext>
            </a:extLst>
          </p:cNvPr>
          <p:cNvPicPr>
            <a:picLocks noChangeAspect="1"/>
          </p:cNvPicPr>
          <p:nvPr/>
        </p:nvPicPr>
        <p:blipFill>
          <a:blip r:embed="rId2">
            <a:extLst>
              <a:ext uri="{28A0092B-C50C-407E-A947-70E740481C1C}">
                <a14:useLocalDpi xmlns:a14="http://schemas.microsoft.com/office/drawing/2010/main" val="0"/>
              </a:ext>
            </a:extLst>
          </a:blip>
          <a:srcRect l="1230" r="66814" b="1"/>
          <a:stretch>
            <a:fillRect/>
          </a:stretch>
        </p:blipFill>
        <p:spPr>
          <a:xfrm>
            <a:off x="394321" y="666135"/>
            <a:ext cx="5079553" cy="5202936"/>
          </a:xfrm>
          <a:prstGeom prst="rect">
            <a:avLst/>
          </a:prstGeom>
          <a:noFill/>
        </p:spPr>
      </p:pic>
      <p:sp>
        <p:nvSpPr>
          <p:cNvPr id="3" name="Content Placeholder 2"/>
          <p:cNvSpPr>
            <a:spLocks noGrp="1"/>
          </p:cNvSpPr>
          <p:nvPr>
            <p:ph sz="quarter" idx="14"/>
          </p:nvPr>
        </p:nvSpPr>
        <p:spPr>
          <a:xfrm>
            <a:off x="6473952" y="2069174"/>
            <a:ext cx="4724316" cy="4041648"/>
          </a:xfrm>
        </p:spPr>
        <p:txBody>
          <a:bodyPr>
            <a:normAutofit fontScale="92500" lnSpcReduction="10000"/>
          </a:bodyPr>
          <a:lstStyle/>
          <a:p>
            <a:pPr marL="0" indent="0">
              <a:buNone/>
              <a:defRPr sz="1800">
                <a:solidFill>
                  <a:srgbClr val="000000"/>
                </a:solidFill>
              </a:defRPr>
            </a:pPr>
            <a:r>
              <a:rPr lang="en-US" dirty="0"/>
              <a:t>Dataset: </a:t>
            </a:r>
            <a:r>
              <a:rPr lang="en-US" dirty="0" err="1"/>
              <a:t>SUPERMARKET.arff</a:t>
            </a:r>
            <a:endParaRPr lang="en-US" dirty="0"/>
          </a:p>
          <a:p>
            <a:pPr marL="0" indent="0">
              <a:buNone/>
              <a:defRPr sz="1800">
                <a:solidFill>
                  <a:srgbClr val="000000"/>
                </a:solidFill>
              </a:defRPr>
            </a:pPr>
            <a:endParaRPr lang="en-US" dirty="0"/>
          </a:p>
          <a:p>
            <a:pPr marL="0" indent="0">
              <a:buNone/>
              <a:defRPr sz="1800">
                <a:solidFill>
                  <a:srgbClr val="000000"/>
                </a:solidFill>
              </a:defRPr>
            </a:pPr>
            <a:endParaRPr lang="en-US" dirty="0"/>
          </a:p>
          <a:p>
            <a:pPr marL="0" indent="0">
              <a:buNone/>
              <a:defRPr sz="1800">
                <a:solidFill>
                  <a:srgbClr val="000000"/>
                </a:solidFill>
              </a:defRPr>
            </a:pPr>
            <a:r>
              <a:rPr lang="en-US" dirty="0"/>
              <a:t>Min Confidence: 0.9</a:t>
            </a:r>
          </a:p>
          <a:p>
            <a:pPr marL="0" indent="0">
              <a:buNone/>
              <a:defRPr sz="1800">
                <a:solidFill>
                  <a:srgbClr val="000000"/>
                </a:solidFill>
              </a:defRPr>
            </a:pPr>
            <a:r>
              <a:rPr lang="en-US" dirty="0"/>
              <a:t>Min Support: 0.1</a:t>
            </a:r>
          </a:p>
          <a:p>
            <a:pPr marL="0" indent="0">
              <a:buNone/>
              <a:defRPr sz="1800">
                <a:solidFill>
                  <a:srgbClr val="000000"/>
                </a:solidFill>
              </a:defRPr>
            </a:pPr>
            <a:r>
              <a:rPr lang="en-US" dirty="0">
                <a:latin typeface="Avenir Next LT Pro Light (Body)"/>
              </a:rPr>
              <a:t>Example</a:t>
            </a:r>
            <a:r>
              <a:rPr lang="en-US" dirty="0"/>
              <a:t> rule: Biscuits → Bread &amp; Cake </a:t>
            </a:r>
          </a:p>
          <a:p>
            <a:pPr marL="0" indent="0">
              <a:buNone/>
              <a:defRPr sz="1800">
                <a:solidFill>
                  <a:srgbClr val="000000"/>
                </a:solidFill>
              </a:defRPr>
            </a:pPr>
            <a:r>
              <a:rPr lang="en-US" dirty="0"/>
              <a:t>Confidence</a:t>
            </a:r>
            <a:r>
              <a:rPr lang="en-US" b="1" dirty="0"/>
              <a:t>:</a:t>
            </a:r>
            <a:r>
              <a:rPr lang="en-US" dirty="0"/>
              <a:t> 92% </a:t>
            </a:r>
          </a:p>
          <a:p>
            <a:pPr marL="0" indent="0">
              <a:buNone/>
              <a:defRPr sz="1800">
                <a:solidFill>
                  <a:srgbClr val="000000"/>
                </a:solidFill>
              </a:defRPr>
            </a:pPr>
            <a:r>
              <a:rPr lang="en-US" dirty="0"/>
              <a:t>Lift = 1.27 (positive correlation)</a:t>
            </a:r>
          </a:p>
          <a:p>
            <a:pPr marL="0" indent="0">
              <a:buNone/>
              <a:defRPr sz="1800">
                <a:solidFill>
                  <a:srgbClr val="000000"/>
                </a:solidFill>
              </a:defRPr>
            </a:pPr>
            <a:r>
              <a:rPr lang="en-US" dirty="0"/>
              <a:t>Indicates a strong association between Biscuits, Bread, and Cake purchases.</a:t>
            </a:r>
          </a:p>
          <a:p>
            <a:pPr marL="0" indent="0">
              <a:buNone/>
              <a:defRPr sz="1800">
                <a:solidFill>
                  <a:srgbClr val="000000"/>
                </a:solidFill>
              </a:defRPr>
            </a:pPr>
            <a:endParaRPr 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31BFE0E4-789F-5474-7F81-AB48C08A151B}"/>
              </a:ext>
            </a:extLst>
          </p:cNvPr>
          <p:cNvSpPr txBox="1"/>
          <p:nvPr/>
        </p:nvSpPr>
        <p:spPr>
          <a:xfrm>
            <a:off x="1033272" y="347472"/>
            <a:ext cx="9985248" cy="2970186"/>
          </a:xfrm>
          <a:prstGeom prst="rect">
            <a:avLst/>
          </a:prstGeom>
        </p:spPr>
        <p:txBody>
          <a:bodyPr vert="horz" lIns="91440" tIns="45720" rIns="91440" bIns="45720" rtlCol="0" anchor="b">
            <a:normAutofit/>
          </a:bodyPr>
          <a:lstStyle/>
          <a:p>
            <a:pPr>
              <a:lnSpc>
                <a:spcPct val="90000"/>
              </a:lnSpc>
              <a:spcBef>
                <a:spcPct val="0"/>
              </a:spcBef>
              <a:spcAft>
                <a:spcPts val="600"/>
              </a:spcAft>
            </a:pPr>
            <a:br>
              <a:rPr lang="en-US" sz="1200" b="1" kern="1200" dirty="0">
                <a:latin typeface="+mj-lt"/>
                <a:ea typeface="+mj-ea"/>
                <a:cs typeface="+mj-cs"/>
              </a:rPr>
            </a:br>
            <a:r>
              <a:rPr lang="en-US" kern="1200" dirty="0">
                <a:latin typeface="+mj-lt"/>
                <a:ea typeface="+mj-ea"/>
                <a:cs typeface="+mj-cs"/>
              </a:rPr>
              <a:t>If a customer buys biscuits, frozen foods, and fruits with a high total spending, there is a 92% probability they will also buy bread and cake.</a:t>
            </a:r>
          </a:p>
          <a:p>
            <a:pPr>
              <a:lnSpc>
                <a:spcPct val="90000"/>
              </a:lnSpc>
              <a:spcBef>
                <a:spcPct val="0"/>
              </a:spcBef>
              <a:spcAft>
                <a:spcPts val="600"/>
              </a:spcAft>
            </a:pPr>
            <a:br>
              <a:rPr lang="en-US" kern="1200" dirty="0">
                <a:latin typeface="+mj-lt"/>
                <a:ea typeface="+mj-ea"/>
                <a:cs typeface="+mj-cs"/>
              </a:rPr>
            </a:br>
            <a:r>
              <a:rPr lang="en-US" kern="1200" dirty="0">
                <a:latin typeface="+mj-lt"/>
                <a:ea typeface="+mj-ea"/>
                <a:cs typeface="+mj-cs"/>
              </a:rPr>
              <a:t>A lift value of 1.27 indicates that this combination is 27% more likely to occur together than by random chance, showing a meaningful positive association.</a:t>
            </a:r>
          </a:p>
          <a:p>
            <a:pPr>
              <a:lnSpc>
                <a:spcPct val="90000"/>
              </a:lnSpc>
              <a:spcBef>
                <a:spcPct val="0"/>
              </a:spcBef>
              <a:spcAft>
                <a:spcPts val="600"/>
              </a:spcAft>
            </a:pPr>
            <a:r>
              <a:rPr lang="en-US" kern="1200" dirty="0">
                <a:latin typeface="+mj-lt"/>
                <a:ea typeface="+mj-ea"/>
                <a:cs typeface="+mj-cs"/>
              </a:rPr>
              <a:t>Across the top 10 rules, confidence values ranged from 0.91–0.92, all above the minimum threshold (0.9).</a:t>
            </a:r>
          </a:p>
          <a:p>
            <a:pPr>
              <a:lnSpc>
                <a:spcPct val="90000"/>
              </a:lnSpc>
              <a:spcBef>
                <a:spcPct val="0"/>
              </a:spcBef>
              <a:spcAft>
                <a:spcPts val="600"/>
              </a:spcAft>
            </a:pPr>
            <a:br>
              <a:rPr lang="en-US" kern="1200" dirty="0">
                <a:latin typeface="+mj-lt"/>
                <a:ea typeface="+mj-ea"/>
                <a:cs typeface="+mj-cs"/>
              </a:rPr>
            </a:br>
            <a:r>
              <a:rPr lang="en-US" kern="1200" dirty="0">
                <a:latin typeface="+mj-lt"/>
                <a:ea typeface="+mj-ea"/>
                <a:cs typeface="+mj-cs"/>
              </a:rPr>
              <a:t>Conviction values around 3.0–3.3 suggest strong implication strength, while leverage values near 0.03–0.04 show moderate improvement </a:t>
            </a:r>
            <a:r>
              <a:rPr lang="en-US" dirty="0">
                <a:latin typeface="+mj-lt"/>
                <a:ea typeface="+mj-ea"/>
                <a:cs typeface="+mj-cs"/>
              </a:rPr>
              <a:t>over chance.</a:t>
            </a:r>
          </a:p>
        </p:txBody>
      </p:sp>
      <p:pic>
        <p:nvPicPr>
          <p:cNvPr id="5" name="Picture 4" descr="A close-up of a text&#10;&#10;AI-generated content may be incorrect.">
            <a:extLst>
              <a:ext uri="{FF2B5EF4-FFF2-40B4-BE49-F238E27FC236}">
                <a16:creationId xmlns:a16="http://schemas.microsoft.com/office/drawing/2014/main" id="{3014A6DD-FBE4-7E39-710D-02D27CFEBD2A}"/>
              </a:ext>
            </a:extLst>
          </p:cNvPr>
          <p:cNvPicPr>
            <a:picLocks noChangeAspect="1"/>
          </p:cNvPicPr>
          <p:nvPr/>
        </p:nvPicPr>
        <p:blipFill>
          <a:blip r:embed="rId2"/>
          <a:stretch>
            <a:fillRect/>
          </a:stretch>
        </p:blipFill>
        <p:spPr>
          <a:xfrm>
            <a:off x="1033272" y="3540342"/>
            <a:ext cx="9985248" cy="2171792"/>
          </a:xfrm>
          <a:prstGeom prst="rect">
            <a:avLst/>
          </a:prstGeom>
          <a:noFill/>
        </p:spPr>
      </p:pic>
    </p:spTree>
    <p:extLst>
      <p:ext uri="{BB962C8B-B14F-4D97-AF65-F5344CB8AC3E}">
        <p14:creationId xmlns:p14="http://schemas.microsoft.com/office/powerpoint/2010/main" val="268934860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11896" y="832104"/>
            <a:ext cx="3273552" cy="1947672"/>
          </a:xfrm>
        </p:spPr>
        <p:txBody>
          <a:bodyPr anchor="b">
            <a:normAutofit/>
          </a:bodyPr>
          <a:lstStyle/>
          <a:p>
            <a:r>
              <a:t>Linear Models</a:t>
            </a:r>
          </a:p>
        </p:txBody>
      </p:sp>
      <p:pic>
        <p:nvPicPr>
          <p:cNvPr id="5" name="Picture 4" descr="Arrows going up">
            <a:extLst>
              <a:ext uri="{FF2B5EF4-FFF2-40B4-BE49-F238E27FC236}">
                <a16:creationId xmlns:a16="http://schemas.microsoft.com/office/drawing/2014/main" id="{BECE08D5-215E-A4CA-8335-FD62007CD704}"/>
              </a:ext>
            </a:extLst>
          </p:cNvPr>
          <p:cNvPicPr>
            <a:picLocks noChangeAspect="1"/>
          </p:cNvPicPr>
          <p:nvPr/>
        </p:nvPicPr>
        <p:blipFill>
          <a:blip r:embed="rId2"/>
          <a:srcRect t="1063"/>
          <a:stretch>
            <a:fillRect/>
          </a:stretch>
        </p:blipFill>
        <p:spPr>
          <a:xfrm>
            <a:off x="20" y="-1"/>
            <a:ext cx="7783979" cy="6411311"/>
          </a:xfrm>
          <a:prstGeom prst="rect">
            <a:avLst/>
          </a:prstGeom>
          <a:noFill/>
        </p:spPr>
      </p:pic>
      <p:sp>
        <p:nvSpPr>
          <p:cNvPr id="3" name="Content Placeholder 2"/>
          <p:cNvSpPr>
            <a:spLocks noGrp="1"/>
          </p:cNvSpPr>
          <p:nvPr>
            <p:ph sz="quarter" idx="14"/>
          </p:nvPr>
        </p:nvSpPr>
        <p:spPr>
          <a:xfrm>
            <a:off x="8311896" y="2852928"/>
            <a:ext cx="3273552" cy="2953512"/>
          </a:xfrm>
        </p:spPr>
        <p:txBody>
          <a:bodyPr>
            <a:normAutofit/>
          </a:bodyPr>
          <a:lstStyle/>
          <a:p>
            <a:pPr marL="0" indent="0">
              <a:buNone/>
              <a:defRPr sz="1800">
                <a:solidFill>
                  <a:srgbClr val="000000"/>
                </a:solidFill>
              </a:defRPr>
            </a:pPr>
            <a:r>
              <a:rPr lang="en-US" sz="1800"/>
              <a:t>SIMPLE Regression</a:t>
            </a:r>
          </a:p>
          <a:p>
            <a:pPr marL="0" indent="0">
              <a:buNone/>
              <a:defRPr sz="1800">
                <a:solidFill>
                  <a:srgbClr val="000000"/>
                </a:solidFill>
              </a:defRPr>
            </a:pPr>
            <a:r>
              <a:rPr lang="en-US" sz="1800"/>
              <a:t>Multiple regression</a:t>
            </a:r>
          </a:p>
          <a:p>
            <a:pPr marL="0" indent="0">
              <a:buNone/>
              <a:defRPr sz="1800">
                <a:solidFill>
                  <a:srgbClr val="000000"/>
                </a:solidFill>
              </a:defRPr>
            </a:pPr>
            <a:r>
              <a:rPr lang="en-US" sz="1800"/>
              <a:t>Logistic Regression </a:t>
            </a:r>
          </a:p>
          <a:p>
            <a:pPr marL="0" indent="0">
              <a:buNone/>
              <a:defRPr sz="1800">
                <a:solidFill>
                  <a:srgbClr val="000000"/>
                </a:solidFill>
              </a:defRPr>
            </a:pPr>
            <a:r>
              <a:rPr lang="en-US" sz="1800"/>
              <a:t>Winnow</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FEEEA2-61DA-279C-B64F-EC1BA84FFFEC}"/>
              </a:ext>
            </a:extLst>
          </p:cNvPr>
          <p:cNvSpPr>
            <a:spLocks noGrp="1"/>
          </p:cNvSpPr>
          <p:nvPr>
            <p:ph type="title"/>
          </p:nvPr>
        </p:nvSpPr>
        <p:spPr>
          <a:xfrm>
            <a:off x="244997" y="347472"/>
            <a:ext cx="5372032" cy="960120"/>
          </a:xfrm>
        </p:spPr>
        <p:txBody>
          <a:bodyPr/>
          <a:lstStyle/>
          <a:p>
            <a:r>
              <a:rPr lang="en-US" dirty="0"/>
              <a:t>Simple linear regression </a:t>
            </a:r>
          </a:p>
        </p:txBody>
      </p:sp>
      <p:pic>
        <p:nvPicPr>
          <p:cNvPr id="4" name="Content Placeholder 3" descr="A screenshot of a computer&#10;&#10;AI-generated content may be incorrect.">
            <a:extLst>
              <a:ext uri="{FF2B5EF4-FFF2-40B4-BE49-F238E27FC236}">
                <a16:creationId xmlns:a16="http://schemas.microsoft.com/office/drawing/2014/main" id="{8E214170-1637-4D1F-34DB-CBE5D70CA269}"/>
              </a:ext>
            </a:extLst>
          </p:cNvPr>
          <p:cNvPicPr>
            <a:picLocks noGrp="1" noChangeAspect="1"/>
          </p:cNvPicPr>
          <p:nvPr>
            <p:ph idx="1"/>
          </p:nvPr>
        </p:nvPicPr>
        <p:blipFill>
          <a:blip r:embed="rId2"/>
          <a:srcRect r="36260"/>
          <a:stretch>
            <a:fillRect/>
          </a:stretch>
        </p:blipFill>
        <p:spPr>
          <a:xfrm>
            <a:off x="270225" y="1523584"/>
            <a:ext cx="5553461" cy="4572000"/>
          </a:xfrm>
          <a:prstGeom prst="rect">
            <a:avLst/>
          </a:prstGeom>
          <a:noFill/>
        </p:spPr>
      </p:pic>
      <p:sp>
        <p:nvSpPr>
          <p:cNvPr id="5" name="Rectangle 2">
            <a:extLst>
              <a:ext uri="{FF2B5EF4-FFF2-40B4-BE49-F238E27FC236}">
                <a16:creationId xmlns:a16="http://schemas.microsoft.com/office/drawing/2014/main" id="{C2308CD4-14D8-A76E-CFD9-8D502E1170A2}"/>
              </a:ext>
            </a:extLst>
          </p:cNvPr>
          <p:cNvSpPr>
            <a:spLocks noChangeArrowheads="1"/>
          </p:cNvSpPr>
          <p:nvPr/>
        </p:nvSpPr>
        <p:spPr bwMode="auto">
          <a:xfrm>
            <a:off x="5926997" y="1670262"/>
            <a:ext cx="5244479" cy="3416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1800" b="1" i="0" u="none" strike="noStrike" cap="none" normalizeH="0" baseline="0" dirty="0">
                <a:ln>
                  <a:noFill/>
                </a:ln>
                <a:solidFill>
                  <a:schemeClr val="tx1"/>
                </a:solidFill>
                <a:effectLst/>
                <a:latin typeface="Avenir Next LT Pro Light (Body)"/>
              </a:rPr>
              <a:t>Predictor:</a:t>
            </a:r>
            <a:r>
              <a:rPr kumimoji="0" lang="en-US" altLang="en-US" sz="1800" b="0" i="0" u="none" strike="noStrike" cap="none" normalizeH="0" baseline="0" dirty="0">
                <a:ln>
                  <a:noFill/>
                </a:ln>
                <a:solidFill>
                  <a:schemeClr val="tx1"/>
                </a:solidFill>
                <a:effectLst/>
                <a:latin typeface="Avenir Next LT Pro Light (Body)"/>
              </a:rPr>
              <a:t> MMAX (</a:t>
            </a:r>
            <a:r>
              <a:rPr lang="en-US" altLang="en-US" dirty="0">
                <a:latin typeface="Avenir Next LT Pro Light (Body)"/>
              </a:rPr>
              <a:t>independent variable/input)</a:t>
            </a:r>
          </a:p>
          <a:p>
            <a:pPr marL="0" marR="0" lvl="0" indent="0" algn="l" defTabSz="914400" rtl="0" eaLnBrk="0" fontAlgn="base" latinLnBrk="0" hangingPunct="0">
              <a:lnSpc>
                <a:spcPct val="100000"/>
              </a:lnSpc>
              <a:spcBef>
                <a:spcPct val="0"/>
              </a:spcBef>
              <a:spcAft>
                <a:spcPct val="0"/>
              </a:spcAft>
              <a:buClrTx/>
              <a:buSzTx/>
              <a:tabLst/>
            </a:pPr>
            <a:r>
              <a:rPr kumimoji="0" lang="en-US" altLang="en-US" sz="1800" b="1" i="0" u="none" strike="noStrike" cap="none" normalizeH="0" baseline="0" dirty="0">
                <a:ln>
                  <a:noFill/>
                </a:ln>
                <a:solidFill>
                  <a:schemeClr val="tx1"/>
                </a:solidFill>
                <a:effectLst/>
                <a:latin typeface="Avenir Next LT Pro Light (Body)"/>
              </a:rPr>
              <a:t>Response:</a:t>
            </a:r>
            <a:r>
              <a:rPr kumimoji="0" lang="en-US" altLang="en-US" sz="1800" b="0" i="0" u="none" strike="noStrike" cap="none" normalizeH="0" baseline="0" dirty="0">
                <a:ln>
                  <a:noFill/>
                </a:ln>
                <a:solidFill>
                  <a:schemeClr val="tx1"/>
                </a:solidFill>
                <a:effectLst/>
                <a:latin typeface="Avenir Next LT Pro Light (Body)"/>
              </a:rPr>
              <a:t> CPU performance (class) (output)</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venir Next LT Pro Light (Body)"/>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1800" b="1" i="0" u="none" strike="noStrike" cap="none" normalizeH="0" baseline="0" dirty="0">
                <a:ln>
                  <a:noFill/>
                </a:ln>
                <a:solidFill>
                  <a:schemeClr val="tx1"/>
                </a:solidFill>
                <a:effectLst/>
                <a:latin typeface="Avenir Next LT Pro Light (Body)"/>
              </a:rPr>
              <a:t>Regression Equation:</a:t>
            </a:r>
            <a:endParaRPr kumimoji="0" lang="en-US" altLang="en-US" sz="1800" b="0" i="0" u="none" strike="noStrike" cap="none" normalizeH="0" baseline="0" dirty="0">
              <a:ln>
                <a:noFill/>
              </a:ln>
              <a:solidFill>
                <a:schemeClr val="tx1"/>
              </a:solidFill>
              <a:effectLst/>
              <a:latin typeface="Avenir Next LT Pro Light (Body)"/>
            </a:endParaRPr>
          </a:p>
          <a:p>
            <a:pPr lvl="0" eaLnBrk="0" fontAlgn="base" hangingPunct="0">
              <a:spcBef>
                <a:spcPct val="0"/>
              </a:spcBef>
              <a:spcAft>
                <a:spcPct val="0"/>
              </a:spcAft>
            </a:pPr>
            <a:r>
              <a:rPr lang="en-US" dirty="0">
                <a:latin typeface="Avenir Next LT Pro Light (Body)"/>
              </a:rPr>
              <a:t>class=0.01(MMAX)−34</a:t>
            </a:r>
          </a:p>
          <a:p>
            <a:pPr lvl="0" eaLnBrk="0" fontAlgn="base" hangingPunct="0">
              <a:spcBef>
                <a:spcPct val="0"/>
              </a:spcBef>
              <a:spcAft>
                <a:spcPct val="0"/>
              </a:spcAft>
            </a:pPr>
            <a:endParaRPr lang="en-US" dirty="0">
              <a:latin typeface="Avenir Next LT Pro Light (Body)"/>
            </a:endParaRPr>
          </a:p>
          <a:p>
            <a:pPr lvl="0" eaLnBrk="0" fontAlgn="base" hangingPunct="0">
              <a:spcBef>
                <a:spcPct val="0"/>
              </a:spcBef>
              <a:spcAft>
                <a:spcPct val="0"/>
              </a:spcAft>
            </a:pPr>
            <a:r>
              <a:rPr kumimoji="0" lang="en-US" altLang="en-US" sz="1800" b="1" i="0" u="none" strike="noStrike" cap="none" normalizeH="0" baseline="0" dirty="0">
                <a:ln>
                  <a:noFill/>
                </a:ln>
                <a:solidFill>
                  <a:schemeClr val="tx1"/>
                </a:solidFill>
                <a:effectLst/>
                <a:latin typeface="Avenir Next LT Pro Light (Body)"/>
              </a:rPr>
              <a:t>Correlation Coefficient:</a:t>
            </a:r>
            <a:r>
              <a:rPr kumimoji="0" lang="en-US" altLang="en-US" sz="1800" b="0" i="0" u="none" strike="noStrike" cap="none" normalizeH="0" baseline="0" dirty="0">
                <a:ln>
                  <a:noFill/>
                </a:ln>
                <a:solidFill>
                  <a:schemeClr val="tx1"/>
                </a:solidFill>
                <a:effectLst/>
                <a:latin typeface="Avenir Next LT Pro Light (Body)"/>
              </a:rPr>
              <a:t> 0.7844 → </a:t>
            </a:r>
            <a:r>
              <a:rPr kumimoji="0" lang="en-US" altLang="en-US" sz="1800" b="0" i="1" u="none" strike="noStrike" cap="none" normalizeH="0" baseline="0" dirty="0">
                <a:ln>
                  <a:noFill/>
                </a:ln>
                <a:solidFill>
                  <a:schemeClr val="tx1"/>
                </a:solidFill>
                <a:effectLst/>
                <a:latin typeface="Avenir Next LT Pro Light (Body)"/>
              </a:rPr>
              <a:t>Moderately strong positive relationship</a:t>
            </a:r>
          </a:p>
          <a:p>
            <a:pPr lvl="0" eaLnBrk="0" fontAlgn="base" hangingPunct="0">
              <a:spcBef>
                <a:spcPct val="0"/>
              </a:spcBef>
              <a:spcAft>
                <a:spcPct val="0"/>
              </a:spcAft>
            </a:pPr>
            <a:endParaRPr kumimoji="0" lang="en-US" altLang="en-US" sz="1800" b="0" i="0" u="none" strike="noStrike" cap="none" normalizeH="0" baseline="0" dirty="0">
              <a:ln>
                <a:noFill/>
              </a:ln>
              <a:solidFill>
                <a:schemeClr val="tx1"/>
              </a:solidFill>
              <a:effectLst/>
              <a:latin typeface="Avenir Next LT Pro Light (Body)"/>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1800" b="1" i="0" u="none" strike="noStrike" cap="none" normalizeH="0" baseline="0" dirty="0">
                <a:ln>
                  <a:noFill/>
                </a:ln>
                <a:solidFill>
                  <a:schemeClr val="tx1"/>
                </a:solidFill>
                <a:effectLst/>
                <a:latin typeface="Avenir Next LT Pro Light (Body)"/>
              </a:rPr>
              <a:t>Mean Absolute Error (MAE):</a:t>
            </a:r>
            <a:r>
              <a:rPr kumimoji="0" lang="en-US" altLang="en-US" sz="1800" b="0" i="0" u="none" strike="noStrike" cap="none" normalizeH="0" baseline="0" dirty="0">
                <a:ln>
                  <a:noFill/>
                </a:ln>
                <a:solidFill>
                  <a:schemeClr val="tx1"/>
                </a:solidFill>
                <a:effectLst/>
                <a:latin typeface="Avenir Next LT Pro Light (Body)"/>
              </a:rPr>
              <a:t> 53.8</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venir Next LT Pro Light (Body)"/>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1800" b="1" i="0" u="none" strike="noStrike" cap="none" normalizeH="0" baseline="0" dirty="0">
                <a:ln>
                  <a:noFill/>
                </a:ln>
                <a:solidFill>
                  <a:schemeClr val="tx1"/>
                </a:solidFill>
                <a:effectLst/>
                <a:latin typeface="Avenir Next LT Pro Light (Body)"/>
              </a:rPr>
              <a:t>Root Mean Squared Error (RMSE):</a:t>
            </a:r>
            <a:r>
              <a:rPr kumimoji="0" lang="en-US" altLang="en-US" sz="1800" b="0" i="0" u="none" strike="noStrike" cap="none" normalizeH="0" baseline="0" dirty="0">
                <a:ln>
                  <a:noFill/>
                </a:ln>
                <a:solidFill>
                  <a:schemeClr val="tx1"/>
                </a:solidFill>
                <a:effectLst/>
                <a:latin typeface="Avenir Next LT Pro Light (Body)"/>
              </a:rPr>
              <a:t> 99.6</a:t>
            </a:r>
          </a:p>
        </p:txBody>
      </p:sp>
      <p:sp>
        <p:nvSpPr>
          <p:cNvPr id="7" name="TextBox 6">
            <a:extLst>
              <a:ext uri="{FF2B5EF4-FFF2-40B4-BE49-F238E27FC236}">
                <a16:creationId xmlns:a16="http://schemas.microsoft.com/office/drawing/2014/main" id="{ED7A1EA9-A620-13F6-F634-BEDA72D4192A}"/>
              </a:ext>
            </a:extLst>
          </p:cNvPr>
          <p:cNvSpPr txBox="1"/>
          <p:nvPr/>
        </p:nvSpPr>
        <p:spPr>
          <a:xfrm>
            <a:off x="5926997" y="5449253"/>
            <a:ext cx="6093912" cy="646331"/>
          </a:xfrm>
          <a:prstGeom prst="rect">
            <a:avLst/>
          </a:prstGeom>
          <a:noFill/>
        </p:spPr>
        <p:txBody>
          <a:bodyPr wrap="square">
            <a:spAutoFit/>
          </a:bodyPr>
          <a:lstStyle/>
          <a:p>
            <a:r>
              <a:rPr lang="en-US" b="1" dirty="0"/>
              <a:t>Indicates increasing memory (MMAX) improves CPU performance, but other factors also influence it.</a:t>
            </a:r>
          </a:p>
        </p:txBody>
      </p:sp>
      <p:sp>
        <p:nvSpPr>
          <p:cNvPr id="10" name="TextBox 9">
            <a:extLst>
              <a:ext uri="{FF2B5EF4-FFF2-40B4-BE49-F238E27FC236}">
                <a16:creationId xmlns:a16="http://schemas.microsoft.com/office/drawing/2014/main" id="{7802615D-0A2F-D4ED-034A-D8F1EFD641C7}"/>
              </a:ext>
            </a:extLst>
          </p:cNvPr>
          <p:cNvSpPr txBox="1"/>
          <p:nvPr/>
        </p:nvSpPr>
        <p:spPr>
          <a:xfrm>
            <a:off x="5926997" y="1154252"/>
            <a:ext cx="3958046" cy="369332"/>
          </a:xfrm>
          <a:prstGeom prst="rect">
            <a:avLst/>
          </a:prstGeom>
          <a:noFill/>
        </p:spPr>
        <p:txBody>
          <a:bodyPr wrap="square" rtlCol="0">
            <a:spAutoFit/>
          </a:bodyPr>
          <a:lstStyle/>
          <a:p>
            <a:r>
              <a:rPr lang="en-US" dirty="0"/>
              <a:t>DATASET: </a:t>
            </a:r>
            <a:r>
              <a:rPr lang="en-US" dirty="0" err="1"/>
              <a:t>CPU.arff</a:t>
            </a:r>
            <a:endParaRPr lang="en-US" dirty="0"/>
          </a:p>
        </p:txBody>
      </p:sp>
    </p:spTree>
    <p:extLst>
      <p:ext uri="{BB962C8B-B14F-4D97-AF65-F5344CB8AC3E}">
        <p14:creationId xmlns:p14="http://schemas.microsoft.com/office/powerpoint/2010/main" val="179261875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849019-8E2E-DDB1-AC9C-AD5B89670258}"/>
              </a:ext>
            </a:extLst>
          </p:cNvPr>
          <p:cNvSpPr>
            <a:spLocks noGrp="1"/>
          </p:cNvSpPr>
          <p:nvPr>
            <p:ph type="title"/>
          </p:nvPr>
        </p:nvSpPr>
        <p:spPr>
          <a:xfrm>
            <a:off x="1717589" y="118177"/>
            <a:ext cx="9985248" cy="960120"/>
          </a:xfrm>
        </p:spPr>
        <p:txBody>
          <a:bodyPr/>
          <a:lstStyle/>
          <a:p>
            <a:r>
              <a:rPr lang="en-US" dirty="0"/>
              <a:t>Plot representing simple linear regression</a:t>
            </a:r>
          </a:p>
        </p:txBody>
      </p:sp>
      <p:pic>
        <p:nvPicPr>
          <p:cNvPr id="4" name="Content Placeholder 3" descr="A screenshot of a computer&#10;&#10;AI-generated content may be incorrect.">
            <a:extLst>
              <a:ext uri="{FF2B5EF4-FFF2-40B4-BE49-F238E27FC236}">
                <a16:creationId xmlns:a16="http://schemas.microsoft.com/office/drawing/2014/main" id="{CC722CD2-E378-EEFD-AD58-81925D3C0AF1}"/>
              </a:ext>
            </a:extLst>
          </p:cNvPr>
          <p:cNvPicPr>
            <a:picLocks noGrp="1" noChangeAspect="1"/>
          </p:cNvPicPr>
          <p:nvPr>
            <p:ph idx="1"/>
          </p:nvPr>
        </p:nvPicPr>
        <p:blipFill>
          <a:blip r:embed="rId2"/>
          <a:stretch>
            <a:fillRect/>
          </a:stretch>
        </p:blipFill>
        <p:spPr>
          <a:xfrm>
            <a:off x="242029" y="1319949"/>
            <a:ext cx="4614176" cy="4939814"/>
          </a:xfrm>
          <a:prstGeom prst="rect">
            <a:avLst/>
          </a:prstGeom>
        </p:spPr>
      </p:pic>
      <p:sp>
        <p:nvSpPr>
          <p:cNvPr id="5" name="Rectangle 1">
            <a:extLst>
              <a:ext uri="{FF2B5EF4-FFF2-40B4-BE49-F238E27FC236}">
                <a16:creationId xmlns:a16="http://schemas.microsoft.com/office/drawing/2014/main" id="{3B637102-D77A-D48F-4CCE-5658FF99714B}"/>
              </a:ext>
            </a:extLst>
          </p:cNvPr>
          <p:cNvSpPr>
            <a:spLocks noChangeArrowheads="1"/>
          </p:cNvSpPr>
          <p:nvPr/>
        </p:nvSpPr>
        <p:spPr bwMode="auto">
          <a:xfrm>
            <a:off x="5362832" y="1421027"/>
            <a:ext cx="6870359" cy="48387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altLang="en-US" sz="1800" i="0" u="none" strike="noStrike" cap="none" normalizeH="0" baseline="0" dirty="0">
                <a:ln>
                  <a:noFill/>
                </a:ln>
                <a:solidFill>
                  <a:schemeClr val="tx1"/>
                </a:solidFill>
                <a:effectLst/>
                <a:latin typeface="Avenir Next LT Pro (Headings)"/>
              </a:rPr>
              <a:t>The plot visualizes the relationship between the actual and predicted CPU performance values using a simple linear regression model.</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altLang="en-US" sz="1800" i="0" u="none" strike="noStrike" cap="none" normalizeH="0" baseline="0" dirty="0">
                <a:ln>
                  <a:noFill/>
                </a:ln>
                <a:solidFill>
                  <a:schemeClr val="tx1"/>
                </a:solidFill>
                <a:effectLst/>
                <a:latin typeface="Avenir Next LT Pro (Headings)"/>
              </a:rPr>
              <a:t>Most data points (in blue) are clustered near the lower range, indicating that the majority of CPUs in the dataset have relatively lower performance values.</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altLang="en-US" sz="1800" i="0" u="none" strike="noStrike" cap="none" normalizeH="0" baseline="0" dirty="0">
                <a:ln>
                  <a:noFill/>
                </a:ln>
                <a:solidFill>
                  <a:schemeClr val="tx1"/>
                </a:solidFill>
                <a:effectLst/>
                <a:latin typeface="Avenir Next LT Pro (Headings)"/>
              </a:rPr>
              <a:t>The predicted vs. actual values show a generally linear trend but with some dispersion, suggesting that while the model captures the general relationship, there is noticeable variance for higher CPU values.</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altLang="en-US" sz="1800" i="0" u="none" strike="noStrike" cap="none" normalizeH="0" baseline="0" dirty="0">
                <a:ln>
                  <a:noFill/>
                </a:ln>
                <a:solidFill>
                  <a:schemeClr val="tx1"/>
                </a:solidFill>
                <a:effectLst/>
                <a:latin typeface="Avenir Next LT Pro (Headings)"/>
              </a:rPr>
              <a:t>A few outliers with large marker sizes (in orange) indicate instances where prediction error is significant, often for extreme performance values.</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altLang="en-US" sz="1800" i="0" u="none" strike="noStrike" cap="none" normalizeH="0" baseline="0" dirty="0">
                <a:ln>
                  <a:noFill/>
                </a:ln>
                <a:solidFill>
                  <a:schemeClr val="tx1"/>
                </a:solidFill>
                <a:effectLst/>
                <a:latin typeface="Avenir Next LT Pro (Headings)"/>
              </a:rPr>
              <a:t>Overall, the visualization suggests that the model performs reasonably well for moderate data ranges but struggles slightly at the extremes, which could be improved with more complex regression or feature interaction terms</a:t>
            </a:r>
            <a:r>
              <a:rPr kumimoji="0" lang="en-US" altLang="en-US" sz="1800" i="0" u="none" strike="noStrike" cap="none" normalizeH="0" baseline="0" dirty="0">
                <a:ln>
                  <a:noFill/>
                </a:ln>
                <a:solidFill>
                  <a:schemeClr val="tx1"/>
                </a:solidFill>
                <a:effectLst/>
                <a:latin typeface="Arial" panose="020B0604020202020204" pitchFamily="34" charset="0"/>
              </a:rPr>
              <a:t>.</a:t>
            </a:r>
          </a:p>
        </p:txBody>
      </p:sp>
    </p:spTree>
    <p:extLst>
      <p:ext uri="{BB962C8B-B14F-4D97-AF65-F5344CB8AC3E}">
        <p14:creationId xmlns:p14="http://schemas.microsoft.com/office/powerpoint/2010/main" val="127661409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73C718-4FFC-7155-E1E4-9716D24D9146}"/>
              </a:ext>
            </a:extLst>
          </p:cNvPr>
          <p:cNvSpPr>
            <a:spLocks noGrp="1"/>
          </p:cNvSpPr>
          <p:nvPr>
            <p:ph type="title"/>
          </p:nvPr>
        </p:nvSpPr>
        <p:spPr>
          <a:xfrm>
            <a:off x="645764" y="315824"/>
            <a:ext cx="9985248" cy="960120"/>
          </a:xfrm>
        </p:spPr>
        <p:txBody>
          <a:bodyPr>
            <a:normAutofit/>
          </a:bodyPr>
          <a:lstStyle/>
          <a:p>
            <a:r>
              <a:rPr lang="en-US" dirty="0"/>
              <a:t>Multiple Regression</a:t>
            </a:r>
          </a:p>
        </p:txBody>
      </p:sp>
      <p:pic>
        <p:nvPicPr>
          <p:cNvPr id="4" name="Content Placeholder 4" descr="A screenshot of a computer&#10;&#10;AI-generated content may be incorrect.">
            <a:extLst>
              <a:ext uri="{FF2B5EF4-FFF2-40B4-BE49-F238E27FC236}">
                <a16:creationId xmlns:a16="http://schemas.microsoft.com/office/drawing/2014/main" id="{F5DEA19F-B9E4-C796-B7F7-47BDBB4197EE}"/>
              </a:ext>
            </a:extLst>
          </p:cNvPr>
          <p:cNvPicPr>
            <a:picLocks noGrp="1" noChangeAspect="1"/>
          </p:cNvPicPr>
          <p:nvPr>
            <p:ph idx="1"/>
          </p:nvPr>
        </p:nvPicPr>
        <p:blipFill>
          <a:blip r:embed="rId2"/>
          <a:stretch>
            <a:fillRect/>
          </a:stretch>
        </p:blipFill>
        <p:spPr>
          <a:xfrm>
            <a:off x="645764" y="1490116"/>
            <a:ext cx="4690324" cy="4572000"/>
          </a:xfrm>
          <a:prstGeom prst="rect">
            <a:avLst/>
          </a:prstGeom>
          <a:noFill/>
        </p:spPr>
      </p:pic>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9F39E97E-7962-74B9-C6A3-4581D0B0A47E}"/>
                  </a:ext>
                </a:extLst>
              </p:cNvPr>
              <p:cNvSpPr txBox="1"/>
              <p:nvPr/>
            </p:nvSpPr>
            <p:spPr>
              <a:xfrm>
                <a:off x="5461348" y="1490116"/>
                <a:ext cx="6642970" cy="4234621"/>
              </a:xfrm>
              <a:prstGeom prst="rect">
                <a:avLst/>
              </a:prstGeom>
              <a:noFill/>
            </p:spPr>
            <p:txBody>
              <a:bodyPr wrap="square">
                <a:spAutoFit/>
              </a:bodyPr>
              <a:lstStyle/>
              <a:p>
                <a:r>
                  <a:rPr lang="en-US" b="1" dirty="0"/>
                  <a:t>Predictors:</a:t>
                </a:r>
                <a:r>
                  <a:rPr lang="en-US" dirty="0"/>
                  <a:t> MYCT, MMIN, MMAX, CACH, CHMAX</a:t>
                </a:r>
              </a:p>
              <a:p>
                <a:endParaRPr lang="en-US" dirty="0"/>
              </a:p>
              <a:p>
                <a:r>
                  <a:rPr lang="en-US" b="1" dirty="0"/>
                  <a:t>Regression Equation:</a:t>
                </a:r>
                <a:endParaRPr lang="en-US" dirty="0"/>
              </a:p>
              <a:p>
                <a:pPr/>
                <a14:m>
                  <m:oMathPara xmlns:m="http://schemas.openxmlformats.org/officeDocument/2006/math">
                    <m:oMathParaPr>
                      <m:jc m:val="centerGroup"/>
                    </m:oMathParaPr>
                    <m:oMath xmlns:m="http://schemas.openxmlformats.org/officeDocument/2006/math">
                      <m:r>
                        <m:rPr>
                          <m:nor/>
                        </m:rPr>
                        <a:rPr lang="en-US" b="0"/>
                        <m:t>class</m:t>
                      </m:r>
                      <m:r>
                        <a:rPr lang="en-US" b="0" i="0">
                          <a:latin typeface="Cambria Math" panose="02040503050406030204" pitchFamily="18" charset="0"/>
                        </a:rPr>
                        <m:t>=</m:t>
                      </m:r>
                      <m:r>
                        <a:rPr lang="en-US" b="0" i="0">
                          <a:latin typeface="Cambria Math" panose="02040503050406030204" pitchFamily="18" charset="0"/>
                        </a:rPr>
                        <m:t>0</m:t>
                      </m:r>
                      <m:r>
                        <a:rPr lang="en-US" b="0" i="0">
                          <a:latin typeface="Cambria Math" panose="02040503050406030204" pitchFamily="18" charset="0"/>
                        </a:rPr>
                        <m:t>.</m:t>
                      </m:r>
                      <m:r>
                        <a:rPr lang="en-US" b="0" i="0">
                          <a:latin typeface="Cambria Math" panose="02040503050406030204" pitchFamily="18" charset="0"/>
                        </a:rPr>
                        <m:t>0491</m:t>
                      </m:r>
                      <m:d>
                        <m:dPr>
                          <m:ctrlPr>
                            <a:rPr lang="ar-SA" b="0" i="1">
                              <a:latin typeface="Cambria Math" panose="02040503050406030204" pitchFamily="18" charset="0"/>
                            </a:rPr>
                          </m:ctrlPr>
                        </m:dPr>
                        <m:e>
                          <m:r>
                            <m:rPr>
                              <m:nor/>
                            </m:rPr>
                            <a:rPr lang="en-US" b="0" i="1">
                              <a:latin typeface="Cambria Math" panose="02040503050406030204" pitchFamily="18" charset="0"/>
                            </a:rPr>
                            <m:t>MYCT</m:t>
                          </m:r>
                        </m:e>
                      </m:d>
                      <m:r>
                        <a:rPr lang="ar-SA" b="0" i="0">
                          <a:latin typeface="Cambria Math" panose="02040503050406030204" pitchFamily="18" charset="0"/>
                        </a:rPr>
                        <m:t>+</m:t>
                      </m:r>
                      <m:r>
                        <a:rPr lang="ar-SA" b="0" i="0">
                          <a:latin typeface="Cambria Math" panose="02040503050406030204" pitchFamily="18" charset="0"/>
                        </a:rPr>
                        <m:t>0</m:t>
                      </m:r>
                      <m:r>
                        <a:rPr lang="ar-SA" b="0" i="0">
                          <a:latin typeface="Cambria Math" panose="02040503050406030204" pitchFamily="18" charset="0"/>
                        </a:rPr>
                        <m:t>.</m:t>
                      </m:r>
                      <m:r>
                        <a:rPr lang="ar-SA" b="0" i="0">
                          <a:latin typeface="Cambria Math" panose="02040503050406030204" pitchFamily="18" charset="0"/>
                        </a:rPr>
                        <m:t>0152</m:t>
                      </m:r>
                      <m:d>
                        <m:dPr>
                          <m:ctrlPr>
                            <a:rPr lang="ar-SA" b="0" i="1">
                              <a:latin typeface="Cambria Math" panose="02040503050406030204" pitchFamily="18" charset="0"/>
                            </a:rPr>
                          </m:ctrlPr>
                        </m:dPr>
                        <m:e>
                          <m:r>
                            <m:rPr>
                              <m:nor/>
                            </m:rPr>
                            <a:rPr lang="en-US" b="0" i="1">
                              <a:latin typeface="Cambria Math" panose="02040503050406030204" pitchFamily="18" charset="0"/>
                            </a:rPr>
                            <m:t>MMIN</m:t>
                          </m:r>
                        </m:e>
                      </m:d>
                      <m:r>
                        <a:rPr lang="ar-SA" b="0" i="0">
                          <a:latin typeface="Cambria Math" panose="02040503050406030204" pitchFamily="18" charset="0"/>
                        </a:rPr>
                        <m:t>+</m:t>
                      </m:r>
                      <m:r>
                        <a:rPr lang="ar-SA" b="0" i="0">
                          <a:latin typeface="Cambria Math" panose="02040503050406030204" pitchFamily="18" charset="0"/>
                        </a:rPr>
                        <m:t>0</m:t>
                      </m:r>
                      <m:r>
                        <a:rPr lang="ar-SA" b="0" i="0">
                          <a:latin typeface="Cambria Math" panose="02040503050406030204" pitchFamily="18" charset="0"/>
                        </a:rPr>
                        <m:t>.</m:t>
                      </m:r>
                      <m:r>
                        <a:rPr lang="ar-SA" b="0" i="0">
                          <a:latin typeface="Cambria Math" panose="02040503050406030204" pitchFamily="18" charset="0"/>
                        </a:rPr>
                        <m:t>0056</m:t>
                      </m:r>
                      <m:d>
                        <m:dPr>
                          <m:ctrlPr>
                            <a:rPr lang="ar-SA" b="0" i="1">
                              <a:latin typeface="Cambria Math" panose="02040503050406030204" pitchFamily="18" charset="0"/>
                            </a:rPr>
                          </m:ctrlPr>
                        </m:dPr>
                        <m:e>
                          <m:r>
                            <m:rPr>
                              <m:nor/>
                            </m:rPr>
                            <a:rPr lang="en-US" b="0" i="1">
                              <a:latin typeface="Cambria Math" panose="02040503050406030204" pitchFamily="18" charset="0"/>
                            </a:rPr>
                            <m:t>MMAX</m:t>
                          </m:r>
                        </m:e>
                      </m:d>
                      <m:r>
                        <a:rPr lang="ar-SA" b="0" i="0">
                          <a:latin typeface="Cambria Math" panose="02040503050406030204" pitchFamily="18" charset="0"/>
                        </a:rPr>
                        <m:t>+</m:t>
                      </m:r>
                      <m:r>
                        <a:rPr lang="ar-SA" b="0" i="0">
                          <a:latin typeface="Cambria Math" panose="02040503050406030204" pitchFamily="18" charset="0"/>
                        </a:rPr>
                        <m:t>0</m:t>
                      </m:r>
                      <m:r>
                        <a:rPr lang="ar-SA" b="0" i="0">
                          <a:latin typeface="Cambria Math" panose="02040503050406030204" pitchFamily="18" charset="0"/>
                        </a:rPr>
                        <m:t>.</m:t>
                      </m:r>
                      <m:r>
                        <a:rPr lang="ar-SA" b="0" i="0">
                          <a:latin typeface="Cambria Math" panose="02040503050406030204" pitchFamily="18" charset="0"/>
                        </a:rPr>
                        <m:t>6298</m:t>
                      </m:r>
                      <m:d>
                        <m:dPr>
                          <m:ctrlPr>
                            <a:rPr lang="ar-SA" b="0" i="1">
                              <a:latin typeface="Cambria Math" panose="02040503050406030204" pitchFamily="18" charset="0"/>
                            </a:rPr>
                          </m:ctrlPr>
                        </m:dPr>
                        <m:e>
                          <m:r>
                            <m:rPr>
                              <m:nor/>
                            </m:rPr>
                            <a:rPr lang="en-US" b="0" i="1">
                              <a:latin typeface="Cambria Math" panose="02040503050406030204" pitchFamily="18" charset="0"/>
                            </a:rPr>
                            <m:t>CACH</m:t>
                          </m:r>
                        </m:e>
                      </m:d>
                      <m:r>
                        <a:rPr lang="ar-SA" b="0" i="0">
                          <a:latin typeface="Cambria Math" panose="02040503050406030204" pitchFamily="18" charset="0"/>
                        </a:rPr>
                        <m:t>+</m:t>
                      </m:r>
                      <m:r>
                        <a:rPr lang="ar-SA" b="0" i="0">
                          <a:latin typeface="Cambria Math" panose="02040503050406030204" pitchFamily="18" charset="0"/>
                        </a:rPr>
                        <m:t>1</m:t>
                      </m:r>
                      <m:r>
                        <a:rPr lang="ar-SA" b="0" i="0">
                          <a:latin typeface="Cambria Math" panose="02040503050406030204" pitchFamily="18" charset="0"/>
                        </a:rPr>
                        <m:t>.</m:t>
                      </m:r>
                      <m:r>
                        <a:rPr lang="ar-SA" b="0" i="0">
                          <a:latin typeface="Cambria Math" panose="02040503050406030204" pitchFamily="18" charset="0"/>
                        </a:rPr>
                        <m:t>4599</m:t>
                      </m:r>
                      <m:d>
                        <m:dPr>
                          <m:ctrlPr>
                            <a:rPr lang="ar-SA" b="0" i="1">
                              <a:latin typeface="Cambria Math" panose="02040503050406030204" pitchFamily="18" charset="0"/>
                            </a:rPr>
                          </m:ctrlPr>
                        </m:dPr>
                        <m:e>
                          <m:r>
                            <m:rPr>
                              <m:nor/>
                            </m:rPr>
                            <a:rPr lang="en-US" b="0" i="1">
                              <a:latin typeface="Cambria Math" panose="02040503050406030204" pitchFamily="18" charset="0"/>
                            </a:rPr>
                            <m:t>CHMAX</m:t>
                          </m:r>
                        </m:e>
                      </m:d>
                      <m:r>
                        <a:rPr lang="ar-SA" b="0" i="0">
                          <a:latin typeface="Cambria Math" panose="02040503050406030204" pitchFamily="18" charset="0"/>
                        </a:rPr>
                        <m:t>−</m:t>
                      </m:r>
                      <m:r>
                        <a:rPr lang="ar-SA" b="0" i="0">
                          <a:latin typeface="Cambria Math" panose="02040503050406030204" pitchFamily="18" charset="0"/>
                        </a:rPr>
                        <m:t>56</m:t>
                      </m:r>
                      <m:r>
                        <a:rPr lang="ar-SA" b="0" i="0">
                          <a:latin typeface="Cambria Math" panose="02040503050406030204" pitchFamily="18" charset="0"/>
                        </a:rPr>
                        <m:t>.</m:t>
                      </m:r>
                      <m:r>
                        <a:rPr lang="ar-SA" b="0" i="0">
                          <a:latin typeface="Cambria Math" panose="02040503050406030204" pitchFamily="18" charset="0"/>
                        </a:rPr>
                        <m:t>075</m:t>
                      </m:r>
                    </m:oMath>
                  </m:oMathPara>
                </a14:m>
                <a:endParaRPr lang="en-US" b="0" dirty="0"/>
              </a:p>
              <a:p>
                <a:endParaRPr lang="ar-SA" b="0" dirty="0"/>
              </a:p>
              <a:p>
                <a:r>
                  <a:rPr lang="en-US" b="1" dirty="0"/>
                  <a:t>Correlation Coefficient:</a:t>
                </a:r>
                <a:r>
                  <a:rPr lang="en-US" dirty="0"/>
                  <a:t> 0.9012 → </a:t>
                </a:r>
                <a:r>
                  <a:rPr lang="en-US" i="1" dirty="0"/>
                  <a:t>Strong positive relationship</a:t>
                </a:r>
              </a:p>
              <a:p>
                <a:endParaRPr lang="en-US" dirty="0"/>
              </a:p>
              <a:p>
                <a:r>
                  <a:rPr lang="en-US" b="1" dirty="0"/>
                  <a:t>MAE:</a:t>
                </a:r>
                <a:r>
                  <a:rPr lang="en-US" dirty="0"/>
                  <a:t> 41.09  </a:t>
                </a:r>
              </a:p>
              <a:p>
                <a:endParaRPr lang="en-US" dirty="0"/>
              </a:p>
              <a:p>
                <a:r>
                  <a:rPr lang="en-US" b="1" dirty="0"/>
                  <a:t>RMSE:</a:t>
                </a:r>
                <a:r>
                  <a:rPr lang="en-US" dirty="0"/>
                  <a:t> 69.56 → </a:t>
                </a:r>
                <a:r>
                  <a:rPr lang="en-US" i="1" dirty="0"/>
                  <a:t>Better accuracy than simple regression</a:t>
                </a:r>
              </a:p>
              <a:p>
                <a:endParaRPr lang="en-US" dirty="0"/>
              </a:p>
              <a:p>
                <a:r>
                  <a:rPr lang="en-US" b="1" dirty="0"/>
                  <a:t>Key Influencers:</a:t>
                </a:r>
                <a:r>
                  <a:rPr lang="en-US" dirty="0"/>
                  <a:t> </a:t>
                </a:r>
                <a:r>
                  <a:rPr lang="en-US" b="1" dirty="0"/>
                  <a:t>CACH and CHMAX show the strongest positive impact on CPU performance.</a:t>
                </a:r>
              </a:p>
            </p:txBody>
          </p:sp>
        </mc:Choice>
        <mc:Fallback xmlns="">
          <p:sp>
            <p:nvSpPr>
              <p:cNvPr id="6" name="TextBox 5">
                <a:extLst>
                  <a:ext uri="{FF2B5EF4-FFF2-40B4-BE49-F238E27FC236}">
                    <a16:creationId xmlns:a16="http://schemas.microsoft.com/office/drawing/2014/main" id="{9F39E97E-7962-74B9-C6A3-4581D0B0A47E}"/>
                  </a:ext>
                </a:extLst>
              </p:cNvPr>
              <p:cNvSpPr txBox="1">
                <a:spLocks noRot="1" noChangeAspect="1" noMove="1" noResize="1" noEditPoints="1" noAdjustHandles="1" noChangeArrowheads="1" noChangeShapeType="1" noTextEdit="1"/>
              </p:cNvSpPr>
              <p:nvPr/>
            </p:nvSpPr>
            <p:spPr>
              <a:xfrm>
                <a:off x="5461348" y="1490116"/>
                <a:ext cx="6642970" cy="4234621"/>
              </a:xfrm>
              <a:prstGeom prst="rect">
                <a:avLst/>
              </a:prstGeom>
              <a:blipFill>
                <a:blip r:embed="rId3"/>
                <a:stretch>
                  <a:fillRect l="-826" t="-576" b="-1439"/>
                </a:stretch>
              </a:blipFill>
            </p:spPr>
            <p:txBody>
              <a:bodyPr/>
              <a:lstStyle/>
              <a:p>
                <a:r>
                  <a:rPr lang="en-US">
                    <a:noFill/>
                  </a:rPr>
                  <a:t> </a:t>
                </a:r>
              </a:p>
            </p:txBody>
          </p:sp>
        </mc:Fallback>
      </mc:AlternateContent>
      <p:sp>
        <p:nvSpPr>
          <p:cNvPr id="7" name="TextBox 6">
            <a:extLst>
              <a:ext uri="{FF2B5EF4-FFF2-40B4-BE49-F238E27FC236}">
                <a16:creationId xmlns:a16="http://schemas.microsoft.com/office/drawing/2014/main" id="{2E176778-301B-E884-C1E8-A9E9BB80A484}"/>
              </a:ext>
            </a:extLst>
          </p:cNvPr>
          <p:cNvSpPr txBox="1"/>
          <p:nvPr/>
        </p:nvSpPr>
        <p:spPr>
          <a:xfrm>
            <a:off x="5461348" y="893440"/>
            <a:ext cx="4974795" cy="646331"/>
          </a:xfrm>
          <a:prstGeom prst="rect">
            <a:avLst/>
          </a:prstGeom>
          <a:noFill/>
        </p:spPr>
        <p:txBody>
          <a:bodyPr wrap="square" rtlCol="0">
            <a:spAutoFit/>
          </a:bodyPr>
          <a:lstStyle/>
          <a:p>
            <a:r>
              <a:rPr lang="en-US" dirty="0"/>
              <a:t>DATASET: </a:t>
            </a:r>
            <a:r>
              <a:rPr lang="en-US" dirty="0" err="1"/>
              <a:t>CPU.arff</a:t>
            </a:r>
            <a:endParaRPr lang="en-US" dirty="0"/>
          </a:p>
          <a:p>
            <a:endParaRPr lang="en-US" dirty="0"/>
          </a:p>
        </p:txBody>
      </p:sp>
    </p:spTree>
    <p:extLst>
      <p:ext uri="{BB962C8B-B14F-4D97-AF65-F5344CB8AC3E}">
        <p14:creationId xmlns:p14="http://schemas.microsoft.com/office/powerpoint/2010/main" val="99379241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8F4AB4-BF4A-7F23-A243-4A1C27A027F3}"/>
              </a:ext>
            </a:extLst>
          </p:cNvPr>
          <p:cNvSpPr>
            <a:spLocks noGrp="1"/>
          </p:cNvSpPr>
          <p:nvPr>
            <p:ph type="title"/>
          </p:nvPr>
        </p:nvSpPr>
        <p:spPr/>
        <p:txBody>
          <a:bodyPr/>
          <a:lstStyle/>
          <a:p>
            <a:r>
              <a:rPr lang="en-US" dirty="0"/>
              <a:t>Plot representing Multiple linear regression</a:t>
            </a:r>
          </a:p>
        </p:txBody>
      </p:sp>
      <p:pic>
        <p:nvPicPr>
          <p:cNvPr id="4" name="Picture 3" descr="A screenshot of a computer&#10;&#10;AI-generated content may be incorrect.">
            <a:extLst>
              <a:ext uri="{FF2B5EF4-FFF2-40B4-BE49-F238E27FC236}">
                <a16:creationId xmlns:a16="http://schemas.microsoft.com/office/drawing/2014/main" id="{1DBBDC71-C663-AC4A-5636-B3D89E4ACF18}"/>
              </a:ext>
            </a:extLst>
          </p:cNvPr>
          <p:cNvPicPr>
            <a:picLocks noChangeAspect="1"/>
          </p:cNvPicPr>
          <p:nvPr/>
        </p:nvPicPr>
        <p:blipFill>
          <a:blip r:embed="rId2"/>
          <a:stretch>
            <a:fillRect/>
          </a:stretch>
        </p:blipFill>
        <p:spPr>
          <a:xfrm>
            <a:off x="1033272" y="1594022"/>
            <a:ext cx="4131851" cy="4625508"/>
          </a:xfrm>
          <a:prstGeom prst="rect">
            <a:avLst/>
          </a:prstGeom>
        </p:spPr>
      </p:pic>
      <p:sp>
        <p:nvSpPr>
          <p:cNvPr id="5" name="Rectangle 1">
            <a:extLst>
              <a:ext uri="{FF2B5EF4-FFF2-40B4-BE49-F238E27FC236}">
                <a16:creationId xmlns:a16="http://schemas.microsoft.com/office/drawing/2014/main" id="{5E0E796C-8F21-6612-2035-F0045EE28685}"/>
              </a:ext>
            </a:extLst>
          </p:cNvPr>
          <p:cNvSpPr>
            <a:spLocks noChangeArrowheads="1"/>
          </p:cNvSpPr>
          <p:nvPr/>
        </p:nvSpPr>
        <p:spPr bwMode="auto">
          <a:xfrm>
            <a:off x="5581548" y="1432215"/>
            <a:ext cx="5671750" cy="5078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altLang="en-US" sz="1800" i="0" u="none" strike="noStrike" cap="none" normalizeH="0" baseline="0" dirty="0">
                <a:ln>
                  <a:noFill/>
                </a:ln>
                <a:solidFill>
                  <a:schemeClr val="tx1"/>
                </a:solidFill>
                <a:effectLst/>
                <a:latin typeface="Arialvenir Next LT Pro (Headings)"/>
              </a:rPr>
              <a:t>The scatter plot shows the relationship between actual and predicted CPU performance values using a multiple linear regression model.</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altLang="en-US" sz="1800" i="0" u="none" strike="noStrike" cap="none" normalizeH="0" baseline="0" dirty="0">
                <a:ln>
                  <a:noFill/>
                </a:ln>
                <a:solidFill>
                  <a:schemeClr val="tx1"/>
                </a:solidFill>
                <a:effectLst/>
                <a:latin typeface="Arialvenir Next LT Pro (Headings)"/>
              </a:rPr>
              <a:t>A clear upward trend is visible, indicating that as actual CPU performance increases, predicted values also rise — suggesting a strong positive correlation captured by the model.</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altLang="en-US" sz="1800" i="0" u="none" strike="noStrike" cap="none" normalizeH="0" baseline="0" dirty="0">
                <a:ln>
                  <a:noFill/>
                </a:ln>
                <a:solidFill>
                  <a:schemeClr val="tx1"/>
                </a:solidFill>
                <a:effectLst/>
                <a:latin typeface="Arialvenir Next LT Pro (Headings)"/>
              </a:rPr>
              <a:t>Compared to simple linear regression, the data points are more closely aligned along the diagonal, reflecting improved prediction accuracy.</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altLang="en-US" sz="1800" i="0" u="none" strike="noStrike" cap="none" normalizeH="0" baseline="0" dirty="0">
                <a:ln>
                  <a:noFill/>
                </a:ln>
                <a:solidFill>
                  <a:schemeClr val="tx1"/>
                </a:solidFill>
                <a:effectLst/>
                <a:latin typeface="Arialvenir Next LT Pro (Headings)"/>
              </a:rPr>
              <a:t>The larger orange markers correspond to high-performance CPUs, where prediction variance slightly increases, likely due to fewer samples in that range.</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altLang="en-US" sz="1800" i="0" u="none" strike="noStrike" cap="none" normalizeH="0" baseline="0" dirty="0">
                <a:ln>
                  <a:noFill/>
                </a:ln>
                <a:solidFill>
                  <a:schemeClr val="tx1"/>
                </a:solidFill>
                <a:effectLst/>
                <a:latin typeface="Arialvenir Next LT Pro (Headings)"/>
              </a:rPr>
              <a:t>Overall, the model effectively generalizes CPU performance with better fit and reduced error, outperforming simple linear regression in handling data spread and variance.</a:t>
            </a:r>
          </a:p>
        </p:txBody>
      </p:sp>
    </p:spTree>
    <p:extLst>
      <p:ext uri="{BB962C8B-B14F-4D97-AF65-F5344CB8AC3E}">
        <p14:creationId xmlns:p14="http://schemas.microsoft.com/office/powerpoint/2010/main" val="230430096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DBD57A-A72A-0605-F913-8DDBD4A7B1F5}"/>
              </a:ext>
            </a:extLst>
          </p:cNvPr>
          <p:cNvSpPr>
            <a:spLocks noGrp="1"/>
          </p:cNvSpPr>
          <p:nvPr>
            <p:ph type="title"/>
          </p:nvPr>
        </p:nvSpPr>
        <p:spPr>
          <a:xfrm>
            <a:off x="268998" y="347472"/>
            <a:ext cx="9985248" cy="960120"/>
          </a:xfrm>
        </p:spPr>
        <p:txBody>
          <a:bodyPr/>
          <a:lstStyle/>
          <a:p>
            <a:r>
              <a:rPr lang="en-US"/>
              <a:t>Logistic Regression</a:t>
            </a:r>
            <a:endParaRPr lang="en-US" dirty="0"/>
          </a:p>
        </p:txBody>
      </p:sp>
      <p:pic>
        <p:nvPicPr>
          <p:cNvPr id="4" name="Picture 3" descr="A screenshot of a computer&#10;&#10;AI-generated content may be incorrect.">
            <a:extLst>
              <a:ext uri="{FF2B5EF4-FFF2-40B4-BE49-F238E27FC236}">
                <a16:creationId xmlns:a16="http://schemas.microsoft.com/office/drawing/2014/main" id="{33E8BA40-6D31-B8D8-07D8-F5DCF43FEFB2}"/>
              </a:ext>
            </a:extLst>
          </p:cNvPr>
          <p:cNvPicPr>
            <a:picLocks noChangeAspect="1"/>
          </p:cNvPicPr>
          <p:nvPr/>
        </p:nvPicPr>
        <p:blipFill>
          <a:blip r:embed="rId2"/>
          <a:srcRect r="9600" b="-1"/>
          <a:stretch>
            <a:fillRect/>
          </a:stretch>
        </p:blipFill>
        <p:spPr>
          <a:xfrm>
            <a:off x="6056376" y="-36649"/>
            <a:ext cx="6135624" cy="6136396"/>
          </a:xfrm>
          <a:prstGeom prst="rect">
            <a:avLst/>
          </a:prstGeom>
          <a:noFill/>
        </p:spPr>
      </p:pic>
      <p:sp>
        <p:nvSpPr>
          <p:cNvPr id="5" name="TextBox 4">
            <a:extLst>
              <a:ext uri="{FF2B5EF4-FFF2-40B4-BE49-F238E27FC236}">
                <a16:creationId xmlns:a16="http://schemas.microsoft.com/office/drawing/2014/main" id="{BDC899C1-18A4-DCBA-C3CB-93D1D0086C38}"/>
              </a:ext>
            </a:extLst>
          </p:cNvPr>
          <p:cNvSpPr txBox="1"/>
          <p:nvPr/>
        </p:nvSpPr>
        <p:spPr>
          <a:xfrm>
            <a:off x="590357" y="1307592"/>
            <a:ext cx="3616656" cy="400110"/>
          </a:xfrm>
          <a:prstGeom prst="rect">
            <a:avLst/>
          </a:prstGeom>
          <a:noFill/>
        </p:spPr>
        <p:txBody>
          <a:bodyPr wrap="square" rtlCol="0">
            <a:spAutoFit/>
          </a:bodyPr>
          <a:lstStyle/>
          <a:p>
            <a:r>
              <a:rPr lang="en-US" sz="2000" b="1" dirty="0"/>
              <a:t>Dataset: Breast </a:t>
            </a:r>
            <a:r>
              <a:rPr lang="en-US" sz="2000" b="1" dirty="0" err="1"/>
              <a:t>cancer.arff</a:t>
            </a:r>
            <a:endParaRPr lang="en-US" sz="2000" b="1" dirty="0"/>
          </a:p>
        </p:txBody>
      </p:sp>
      <p:sp>
        <p:nvSpPr>
          <p:cNvPr id="3" name="Rectangle 1">
            <a:extLst>
              <a:ext uri="{FF2B5EF4-FFF2-40B4-BE49-F238E27FC236}">
                <a16:creationId xmlns:a16="http://schemas.microsoft.com/office/drawing/2014/main" id="{1439ADF6-4A7E-D875-EE4F-4F09FA0C9C3D}"/>
              </a:ext>
            </a:extLst>
          </p:cNvPr>
          <p:cNvSpPr>
            <a:spLocks noChangeArrowheads="1"/>
          </p:cNvSpPr>
          <p:nvPr/>
        </p:nvSpPr>
        <p:spPr bwMode="auto">
          <a:xfrm>
            <a:off x="268998" y="2680107"/>
            <a:ext cx="5355188" cy="2862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1800" b="1" i="0" u="none" strike="noStrike" cap="none" normalizeH="0" baseline="0" dirty="0">
                <a:ln>
                  <a:noFill/>
                </a:ln>
                <a:solidFill>
                  <a:schemeClr val="tx1"/>
                </a:solidFill>
                <a:effectLst/>
                <a:latin typeface="Avenir Next LT Pro Light (Body)"/>
              </a:rPr>
              <a:t>Accuracy:</a:t>
            </a:r>
            <a:r>
              <a:rPr kumimoji="0" lang="en-US" altLang="en-US" sz="1800" b="0" i="0" u="none" strike="noStrike" cap="none" normalizeH="0" baseline="0" dirty="0">
                <a:ln>
                  <a:noFill/>
                </a:ln>
                <a:solidFill>
                  <a:schemeClr val="tx1"/>
                </a:solidFill>
                <a:effectLst/>
                <a:latin typeface="Avenir Next LT Pro Light (Body)"/>
              </a:rPr>
              <a:t> 68.88%</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venir Next LT Pro Light (Body)"/>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1800" b="1" i="0" u="none" strike="noStrike" cap="none" normalizeH="0" baseline="0" dirty="0">
                <a:ln>
                  <a:noFill/>
                </a:ln>
                <a:solidFill>
                  <a:schemeClr val="tx1"/>
                </a:solidFill>
                <a:effectLst/>
                <a:latin typeface="Avenir Next LT Pro Light (Body)"/>
              </a:rPr>
              <a:t>Kappa Statistic:</a:t>
            </a:r>
            <a:r>
              <a:rPr kumimoji="0" lang="en-US" altLang="en-US" sz="1800" b="0" i="0" u="none" strike="noStrike" cap="none" normalizeH="0" baseline="0" dirty="0">
                <a:ln>
                  <a:noFill/>
                </a:ln>
                <a:solidFill>
                  <a:schemeClr val="tx1"/>
                </a:solidFill>
                <a:effectLst/>
                <a:latin typeface="Avenir Next LT Pro Light (Body)"/>
              </a:rPr>
              <a:t> 0.1979 → </a:t>
            </a:r>
            <a:r>
              <a:rPr kumimoji="0" lang="en-US" altLang="en-US" sz="1800" b="0" i="1" u="none" strike="noStrike" cap="none" normalizeH="0" baseline="0" dirty="0">
                <a:ln>
                  <a:noFill/>
                </a:ln>
                <a:solidFill>
                  <a:schemeClr val="tx1"/>
                </a:solidFill>
                <a:effectLst/>
                <a:latin typeface="Avenir Next LT Pro Light (Body)"/>
              </a:rPr>
              <a:t>Weak agreement</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venir Next LT Pro Light (Body)"/>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1800" b="1" i="0" u="none" strike="noStrike" cap="none" normalizeH="0" baseline="0" dirty="0">
                <a:ln>
                  <a:noFill/>
                </a:ln>
                <a:solidFill>
                  <a:schemeClr val="tx1"/>
                </a:solidFill>
                <a:effectLst/>
                <a:latin typeface="Avenir Next LT Pro Light (Body)"/>
              </a:rPr>
              <a:t>ROC Area (AUC):</a:t>
            </a:r>
            <a:r>
              <a:rPr kumimoji="0" lang="en-US" altLang="en-US" sz="1800" b="0" i="0" u="none" strike="noStrike" cap="none" normalizeH="0" baseline="0" dirty="0">
                <a:ln>
                  <a:noFill/>
                </a:ln>
                <a:solidFill>
                  <a:schemeClr val="tx1"/>
                </a:solidFill>
                <a:effectLst/>
                <a:latin typeface="Avenir Next LT Pro Light (Body)"/>
              </a:rPr>
              <a:t> 0.646 → </a:t>
            </a:r>
            <a:r>
              <a:rPr kumimoji="0" lang="en-US" altLang="en-US" sz="1800" b="0" i="1" u="none" strike="noStrike" cap="none" normalizeH="0" baseline="0" dirty="0">
                <a:ln>
                  <a:noFill/>
                </a:ln>
                <a:solidFill>
                  <a:schemeClr val="tx1"/>
                </a:solidFill>
                <a:effectLst/>
                <a:latin typeface="Avenir Next LT Pro Light (Body)"/>
              </a:rPr>
              <a:t>Moderate discrimination ability</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venir Next LT Pro Light (Body)"/>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1800" b="1" i="0" u="none" strike="noStrike" cap="none" normalizeH="0" baseline="0" dirty="0">
                <a:ln>
                  <a:noFill/>
                </a:ln>
                <a:solidFill>
                  <a:schemeClr val="tx1"/>
                </a:solidFill>
                <a:effectLst/>
                <a:latin typeface="Avenir Next LT Pro Light (Body)"/>
              </a:rPr>
              <a:t>Observation:</a:t>
            </a:r>
            <a:r>
              <a:rPr kumimoji="0" lang="en-US" altLang="en-US" sz="1800" b="0" i="0" u="none" strike="noStrike" cap="none" normalizeH="0" baseline="0" dirty="0">
                <a:ln>
                  <a:noFill/>
                </a:ln>
                <a:solidFill>
                  <a:schemeClr val="tx1"/>
                </a:solidFill>
                <a:effectLst/>
                <a:latin typeface="Avenir Next LT Pro Light (Body)"/>
              </a:rPr>
              <a:t> Model predicts </a:t>
            </a:r>
            <a:r>
              <a:rPr kumimoji="0" lang="en-US" altLang="en-US" sz="1800" b="1" i="0" u="none" strike="noStrike" cap="none" normalizeH="0" baseline="0" dirty="0">
                <a:ln>
                  <a:noFill/>
                </a:ln>
                <a:solidFill>
                  <a:schemeClr val="tx1"/>
                </a:solidFill>
                <a:effectLst/>
                <a:latin typeface="Avenir Next LT Pro Light (Body)"/>
              </a:rPr>
              <a:t>non-recurrence</a:t>
            </a:r>
            <a:r>
              <a:rPr kumimoji="0" lang="en-US" altLang="en-US" sz="1800" b="0" i="0" u="none" strike="noStrike" cap="none" normalizeH="0" baseline="0" dirty="0">
                <a:ln>
                  <a:noFill/>
                </a:ln>
                <a:solidFill>
                  <a:schemeClr val="tx1"/>
                </a:solidFill>
                <a:effectLst/>
                <a:latin typeface="Avenir Next LT Pro Light (Body)"/>
              </a:rPr>
              <a:t> cases more accurately; </a:t>
            </a:r>
            <a:r>
              <a:rPr kumimoji="0" lang="en-US" altLang="en-US" sz="1800" b="1" i="0" u="none" strike="noStrike" cap="none" normalizeH="0" baseline="0" dirty="0">
                <a:ln>
                  <a:noFill/>
                </a:ln>
                <a:solidFill>
                  <a:schemeClr val="tx1"/>
                </a:solidFill>
                <a:effectLst/>
                <a:latin typeface="Avenir Next LT Pro Light (Body)"/>
              </a:rPr>
              <a:t>recurrence</a:t>
            </a:r>
            <a:r>
              <a:rPr kumimoji="0" lang="en-US" altLang="en-US" sz="1800" b="0" i="0" u="none" strike="noStrike" cap="none" normalizeH="0" baseline="0" dirty="0">
                <a:ln>
                  <a:noFill/>
                </a:ln>
                <a:solidFill>
                  <a:schemeClr val="tx1"/>
                </a:solidFill>
                <a:effectLst/>
                <a:latin typeface="Avenir Next LT Pro Light (Body)"/>
              </a:rPr>
              <a:t> cases need improved feature differentiation.</a:t>
            </a:r>
          </a:p>
        </p:txBody>
      </p:sp>
    </p:spTree>
    <p:extLst>
      <p:ext uri="{BB962C8B-B14F-4D97-AF65-F5344CB8AC3E}">
        <p14:creationId xmlns:p14="http://schemas.microsoft.com/office/powerpoint/2010/main" val="184564185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B77E16-7851-2EE7-323D-A59D46C02CD7}"/>
              </a:ext>
            </a:extLst>
          </p:cNvPr>
          <p:cNvSpPr>
            <a:spLocks noGrp="1"/>
          </p:cNvSpPr>
          <p:nvPr>
            <p:ph type="title"/>
          </p:nvPr>
        </p:nvSpPr>
        <p:spPr>
          <a:xfrm>
            <a:off x="7246962" y="464022"/>
            <a:ext cx="4290173" cy="911807"/>
          </a:xfrm>
        </p:spPr>
        <p:txBody>
          <a:bodyPr>
            <a:normAutofit fontScale="90000"/>
          </a:bodyPr>
          <a:lstStyle/>
          <a:p>
            <a:r>
              <a:rPr lang="en-US" sz="4400" dirty="0"/>
              <a:t>Winnow Model</a:t>
            </a:r>
            <a:br>
              <a:rPr lang="en-US" dirty="0"/>
            </a:br>
            <a:endParaRPr lang="en-US" dirty="0"/>
          </a:p>
        </p:txBody>
      </p:sp>
      <p:pic>
        <p:nvPicPr>
          <p:cNvPr id="4" name="Picture Placeholder 4" descr="A screenshot of a computer&#10;&#10;AI-generated content may be incorrect.">
            <a:extLst>
              <a:ext uri="{FF2B5EF4-FFF2-40B4-BE49-F238E27FC236}">
                <a16:creationId xmlns:a16="http://schemas.microsoft.com/office/drawing/2014/main" id="{F590FDC6-C378-4B57-74E3-1405C4C877E8}"/>
              </a:ext>
            </a:extLst>
          </p:cNvPr>
          <p:cNvPicPr>
            <a:picLocks noChangeAspect="1"/>
          </p:cNvPicPr>
          <p:nvPr/>
        </p:nvPicPr>
        <p:blipFill>
          <a:blip r:embed="rId2"/>
          <a:srcRect l="19500" r="19500"/>
          <a:stretch/>
        </p:blipFill>
        <p:spPr>
          <a:xfrm>
            <a:off x="205273" y="464022"/>
            <a:ext cx="5707012" cy="5711310"/>
          </a:xfrm>
          <a:prstGeom prst="rect">
            <a:avLst/>
          </a:prstGeom>
          <a:noFill/>
        </p:spPr>
      </p:pic>
      <p:sp>
        <p:nvSpPr>
          <p:cNvPr id="6" name="TextBox 5">
            <a:extLst>
              <a:ext uri="{FF2B5EF4-FFF2-40B4-BE49-F238E27FC236}">
                <a16:creationId xmlns:a16="http://schemas.microsoft.com/office/drawing/2014/main" id="{7D6D87E9-6E87-91B8-A5FA-119D835BDDD9}"/>
              </a:ext>
            </a:extLst>
          </p:cNvPr>
          <p:cNvSpPr txBox="1"/>
          <p:nvPr/>
        </p:nvSpPr>
        <p:spPr>
          <a:xfrm>
            <a:off x="7246962" y="1375829"/>
            <a:ext cx="3466531" cy="369332"/>
          </a:xfrm>
          <a:prstGeom prst="rect">
            <a:avLst/>
          </a:prstGeom>
          <a:noFill/>
        </p:spPr>
        <p:txBody>
          <a:bodyPr wrap="square" rtlCol="0">
            <a:spAutoFit/>
          </a:bodyPr>
          <a:lstStyle/>
          <a:p>
            <a:r>
              <a:rPr lang="en-US" b="1" dirty="0"/>
              <a:t>Dataset: Breast </a:t>
            </a:r>
            <a:r>
              <a:rPr lang="en-US" b="1" dirty="0" err="1"/>
              <a:t>cancer.arff</a:t>
            </a:r>
            <a:endParaRPr lang="en-US" b="1" dirty="0"/>
          </a:p>
        </p:txBody>
      </p:sp>
      <p:sp>
        <p:nvSpPr>
          <p:cNvPr id="5" name="TextBox 4">
            <a:extLst>
              <a:ext uri="{FF2B5EF4-FFF2-40B4-BE49-F238E27FC236}">
                <a16:creationId xmlns:a16="http://schemas.microsoft.com/office/drawing/2014/main" id="{19FD2AD2-0356-0E73-80A2-7E3EC020B4C6}"/>
              </a:ext>
            </a:extLst>
          </p:cNvPr>
          <p:cNvSpPr txBox="1"/>
          <p:nvPr/>
        </p:nvSpPr>
        <p:spPr>
          <a:xfrm>
            <a:off x="6096000" y="2403229"/>
            <a:ext cx="5441135" cy="3139321"/>
          </a:xfrm>
          <a:prstGeom prst="rect">
            <a:avLst/>
          </a:prstGeom>
          <a:noFill/>
        </p:spPr>
        <p:txBody>
          <a:bodyPr wrap="square">
            <a:spAutoFit/>
          </a:bodyPr>
          <a:lstStyle/>
          <a:p>
            <a:r>
              <a:rPr lang="en-US" b="1" dirty="0"/>
              <a:t>Accuracy:</a:t>
            </a:r>
            <a:r>
              <a:rPr lang="en-US" dirty="0"/>
              <a:t> 65.73%</a:t>
            </a:r>
          </a:p>
          <a:p>
            <a:endParaRPr lang="en-US" dirty="0"/>
          </a:p>
          <a:p>
            <a:r>
              <a:rPr lang="en-US" b="1" dirty="0"/>
              <a:t>Kappa Statistic:</a:t>
            </a:r>
            <a:r>
              <a:rPr lang="en-US" dirty="0"/>
              <a:t> 0.1741 (weak agreement)</a:t>
            </a:r>
          </a:p>
          <a:p>
            <a:endParaRPr lang="en-US" dirty="0"/>
          </a:p>
          <a:p>
            <a:r>
              <a:rPr lang="en-US" b="1" dirty="0"/>
              <a:t>ROC Area:</a:t>
            </a:r>
            <a:r>
              <a:rPr lang="en-US" dirty="0"/>
              <a:t> 0.586 (low discrimination ability)</a:t>
            </a:r>
          </a:p>
          <a:p>
            <a:endParaRPr lang="en-US" dirty="0"/>
          </a:p>
          <a:p>
            <a:r>
              <a:rPr lang="en-US" b="1" dirty="0"/>
              <a:t>Observation:</a:t>
            </a:r>
            <a:br>
              <a:rPr lang="en-US" dirty="0"/>
            </a:br>
            <a:r>
              <a:rPr lang="en-US" dirty="0"/>
              <a:t>The model shows </a:t>
            </a:r>
            <a:r>
              <a:rPr lang="en-US" b="1" dirty="0"/>
              <a:t>limited predictive strength</a:t>
            </a:r>
            <a:r>
              <a:rPr lang="en-US" dirty="0"/>
              <a:t>, performing moderately for </a:t>
            </a:r>
            <a:r>
              <a:rPr lang="en-US" i="1" dirty="0"/>
              <a:t>no-recurrence</a:t>
            </a:r>
            <a:r>
              <a:rPr lang="en-US" dirty="0"/>
              <a:t> cases but poorly for </a:t>
            </a:r>
            <a:r>
              <a:rPr lang="en-US" i="1" dirty="0"/>
              <a:t>recurrence</a:t>
            </a:r>
            <a:r>
              <a:rPr lang="en-US" dirty="0"/>
              <a:t> events — suggesting the need for additional or better-quality features.</a:t>
            </a:r>
          </a:p>
        </p:txBody>
      </p:sp>
    </p:spTree>
    <p:extLst>
      <p:ext uri="{BB962C8B-B14F-4D97-AF65-F5344CB8AC3E}">
        <p14:creationId xmlns:p14="http://schemas.microsoft.com/office/powerpoint/2010/main" val="105331871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DB1961-C58E-CB61-1068-C46B1D2A3E4D}"/>
              </a:ext>
            </a:extLst>
          </p:cNvPr>
          <p:cNvSpPr>
            <a:spLocks noGrp="1"/>
          </p:cNvSpPr>
          <p:nvPr>
            <p:ph type="title"/>
          </p:nvPr>
        </p:nvSpPr>
        <p:spPr/>
        <p:txBody>
          <a:bodyPr/>
          <a:lstStyle/>
          <a:p>
            <a:r>
              <a:rPr lang="en-US" dirty="0"/>
              <a:t>ROC – LOGISTIC VS WINNOW MODELS</a:t>
            </a:r>
          </a:p>
        </p:txBody>
      </p:sp>
      <p:pic>
        <p:nvPicPr>
          <p:cNvPr id="4" name="Picture 3" descr="A screen shot of a graph&#10;&#10;AI-generated content may be incorrect.">
            <a:extLst>
              <a:ext uri="{FF2B5EF4-FFF2-40B4-BE49-F238E27FC236}">
                <a16:creationId xmlns:a16="http://schemas.microsoft.com/office/drawing/2014/main" id="{21086331-2E3A-D42F-D3D8-6B83FFD998F3}"/>
              </a:ext>
            </a:extLst>
          </p:cNvPr>
          <p:cNvPicPr>
            <a:picLocks noChangeAspect="1"/>
          </p:cNvPicPr>
          <p:nvPr/>
        </p:nvPicPr>
        <p:blipFill>
          <a:blip r:embed="rId2"/>
          <a:stretch>
            <a:fillRect/>
          </a:stretch>
        </p:blipFill>
        <p:spPr>
          <a:xfrm>
            <a:off x="718837" y="1916284"/>
            <a:ext cx="2444493" cy="3470275"/>
          </a:xfrm>
          <a:prstGeom prst="rect">
            <a:avLst/>
          </a:prstGeom>
        </p:spPr>
      </p:pic>
      <p:pic>
        <p:nvPicPr>
          <p:cNvPr id="5" name="Picture 4" descr="A screen shot of a graph&#10;&#10;AI-generated content may be incorrect.">
            <a:extLst>
              <a:ext uri="{FF2B5EF4-FFF2-40B4-BE49-F238E27FC236}">
                <a16:creationId xmlns:a16="http://schemas.microsoft.com/office/drawing/2014/main" id="{A378CFA5-5F56-8C22-7BB8-698CB69D5E49}"/>
              </a:ext>
            </a:extLst>
          </p:cNvPr>
          <p:cNvPicPr>
            <a:picLocks noChangeAspect="1"/>
          </p:cNvPicPr>
          <p:nvPr/>
        </p:nvPicPr>
        <p:blipFill>
          <a:blip r:embed="rId3"/>
          <a:stretch>
            <a:fillRect/>
          </a:stretch>
        </p:blipFill>
        <p:spPr>
          <a:xfrm>
            <a:off x="3241589" y="1916284"/>
            <a:ext cx="2576470" cy="3470275"/>
          </a:xfrm>
          <a:prstGeom prst="rect">
            <a:avLst/>
          </a:prstGeom>
        </p:spPr>
      </p:pic>
      <p:pic>
        <p:nvPicPr>
          <p:cNvPr id="6" name="Picture 5" descr="A screenshot of a computer&#10;&#10;AI-generated content may be incorrect.">
            <a:extLst>
              <a:ext uri="{FF2B5EF4-FFF2-40B4-BE49-F238E27FC236}">
                <a16:creationId xmlns:a16="http://schemas.microsoft.com/office/drawing/2014/main" id="{C9EF4B4D-E92B-F573-0924-9661F88FD291}"/>
              </a:ext>
            </a:extLst>
          </p:cNvPr>
          <p:cNvPicPr>
            <a:picLocks noChangeAspect="1"/>
          </p:cNvPicPr>
          <p:nvPr/>
        </p:nvPicPr>
        <p:blipFill>
          <a:blip r:embed="rId4"/>
          <a:stretch>
            <a:fillRect/>
          </a:stretch>
        </p:blipFill>
        <p:spPr>
          <a:xfrm>
            <a:off x="6096000" y="1916284"/>
            <a:ext cx="2702011" cy="3470275"/>
          </a:xfrm>
          <a:prstGeom prst="rect">
            <a:avLst/>
          </a:prstGeom>
        </p:spPr>
      </p:pic>
      <p:pic>
        <p:nvPicPr>
          <p:cNvPr id="7" name="Picture 6" descr="A screen shot of a graph&#10;&#10;AI-generated content may be incorrect.">
            <a:extLst>
              <a:ext uri="{FF2B5EF4-FFF2-40B4-BE49-F238E27FC236}">
                <a16:creationId xmlns:a16="http://schemas.microsoft.com/office/drawing/2014/main" id="{BB30549C-7F0B-958B-5FF9-DF71A7335800}"/>
              </a:ext>
            </a:extLst>
          </p:cNvPr>
          <p:cNvPicPr>
            <a:picLocks noChangeAspect="1"/>
          </p:cNvPicPr>
          <p:nvPr/>
        </p:nvPicPr>
        <p:blipFill>
          <a:blip r:embed="rId5"/>
          <a:stretch>
            <a:fillRect/>
          </a:stretch>
        </p:blipFill>
        <p:spPr>
          <a:xfrm>
            <a:off x="9075952" y="1922461"/>
            <a:ext cx="2838056" cy="3464097"/>
          </a:xfrm>
          <a:prstGeom prst="rect">
            <a:avLst/>
          </a:prstGeom>
        </p:spPr>
      </p:pic>
    </p:spTree>
    <p:extLst>
      <p:ext uri="{BB962C8B-B14F-4D97-AF65-F5344CB8AC3E}">
        <p14:creationId xmlns:p14="http://schemas.microsoft.com/office/powerpoint/2010/main" val="107360534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CC3226-3521-D2A2-4342-340F51421930}"/>
              </a:ext>
            </a:extLst>
          </p:cNvPr>
          <p:cNvSpPr>
            <a:spLocks noGrp="1"/>
          </p:cNvSpPr>
          <p:nvPr>
            <p:ph type="title"/>
          </p:nvPr>
        </p:nvSpPr>
        <p:spPr/>
        <p:txBody>
          <a:bodyPr/>
          <a:lstStyle/>
          <a:p>
            <a:r>
              <a:rPr lang="en-US" dirty="0"/>
              <a:t>ROC SUMMARY</a:t>
            </a:r>
          </a:p>
        </p:txBody>
      </p:sp>
      <p:graphicFrame>
        <p:nvGraphicFramePr>
          <p:cNvPr id="4" name="Content Placeholder 3">
            <a:extLst>
              <a:ext uri="{FF2B5EF4-FFF2-40B4-BE49-F238E27FC236}">
                <a16:creationId xmlns:a16="http://schemas.microsoft.com/office/drawing/2014/main" id="{3ED70FA2-42D1-E71D-B438-C48518FCE324}"/>
              </a:ext>
            </a:extLst>
          </p:cNvPr>
          <p:cNvGraphicFramePr>
            <a:graphicFrameLocks noGrp="1"/>
          </p:cNvGraphicFramePr>
          <p:nvPr>
            <p:ph idx="1"/>
            <p:extLst>
              <p:ext uri="{D42A27DB-BD31-4B8C-83A1-F6EECF244321}">
                <p14:modId xmlns:p14="http://schemas.microsoft.com/office/powerpoint/2010/main" val="3769114973"/>
              </p:ext>
            </p:extLst>
          </p:nvPr>
        </p:nvGraphicFramePr>
        <p:xfrm>
          <a:off x="1218814" y="2063578"/>
          <a:ext cx="9985374" cy="3613182"/>
        </p:xfrm>
        <a:graphic>
          <a:graphicData uri="http://schemas.openxmlformats.org/drawingml/2006/table">
            <a:tbl>
              <a:tblPr firstRow="1" firstCol="1" bandRow="1">
                <a:tableStyleId>{5C22544A-7EE6-4342-B048-85BDC9FD1C3A}</a:tableStyleId>
              </a:tblPr>
              <a:tblGrid>
                <a:gridCol w="3328458">
                  <a:extLst>
                    <a:ext uri="{9D8B030D-6E8A-4147-A177-3AD203B41FA5}">
                      <a16:colId xmlns:a16="http://schemas.microsoft.com/office/drawing/2014/main" val="3269686947"/>
                    </a:ext>
                  </a:extLst>
                </a:gridCol>
                <a:gridCol w="3328458">
                  <a:extLst>
                    <a:ext uri="{9D8B030D-6E8A-4147-A177-3AD203B41FA5}">
                      <a16:colId xmlns:a16="http://schemas.microsoft.com/office/drawing/2014/main" val="3498889748"/>
                    </a:ext>
                  </a:extLst>
                </a:gridCol>
                <a:gridCol w="3328458">
                  <a:extLst>
                    <a:ext uri="{9D8B030D-6E8A-4147-A177-3AD203B41FA5}">
                      <a16:colId xmlns:a16="http://schemas.microsoft.com/office/drawing/2014/main" val="2504194959"/>
                    </a:ext>
                  </a:extLst>
                </a:gridCol>
              </a:tblGrid>
              <a:tr h="393607">
                <a:tc>
                  <a:txBody>
                    <a:bodyPr/>
                    <a:lstStyle/>
                    <a:p>
                      <a:pPr marL="0" marR="0">
                        <a:lnSpc>
                          <a:spcPct val="115000"/>
                        </a:lnSpc>
                        <a:spcAft>
                          <a:spcPts val="800"/>
                        </a:spcAft>
                        <a:buNone/>
                      </a:pPr>
                      <a:r>
                        <a:rPr lang="en-US" sz="1600" kern="100">
                          <a:effectLst/>
                        </a:rPr>
                        <a:t>Model</a:t>
                      </a:r>
                      <a:endParaRPr lang="en-US" sz="1600" kern="100" dirty="0">
                        <a:effectLst/>
                        <a:latin typeface="Aptos" panose="020B0004020202020204" pitchFamily="34" charset="0"/>
                        <a:ea typeface="Aptos" panose="020B0004020202020204" pitchFamily="34" charset="0"/>
                        <a:cs typeface="Arial" panose="020B0604020202020204" pitchFamily="34" charset="0"/>
                      </a:endParaRPr>
                    </a:p>
                  </a:txBody>
                  <a:tcPr marL="9525" marR="9525" marT="9525" marB="9525" anchor="ctr"/>
                </a:tc>
                <a:tc>
                  <a:txBody>
                    <a:bodyPr/>
                    <a:lstStyle/>
                    <a:p>
                      <a:pPr marL="0" marR="0">
                        <a:lnSpc>
                          <a:spcPct val="115000"/>
                        </a:lnSpc>
                        <a:spcAft>
                          <a:spcPts val="800"/>
                        </a:spcAft>
                        <a:buNone/>
                      </a:pPr>
                      <a:r>
                        <a:rPr lang="en-US" sz="1600" kern="100">
                          <a:effectLst/>
                        </a:rPr>
                        <a:t>AUC (Approx.)</a:t>
                      </a:r>
                      <a:endParaRPr lang="en-US" sz="1600" kern="100" dirty="0">
                        <a:effectLst/>
                        <a:latin typeface="Aptos" panose="020B0004020202020204" pitchFamily="34" charset="0"/>
                        <a:ea typeface="Aptos" panose="020B0004020202020204" pitchFamily="34" charset="0"/>
                        <a:cs typeface="Arial" panose="020B0604020202020204" pitchFamily="34" charset="0"/>
                      </a:endParaRPr>
                    </a:p>
                  </a:txBody>
                  <a:tcPr marL="9525" marR="9525" marT="9525" marB="9525" anchor="ctr"/>
                </a:tc>
                <a:tc>
                  <a:txBody>
                    <a:bodyPr/>
                    <a:lstStyle/>
                    <a:p>
                      <a:pPr marL="0" marR="0">
                        <a:lnSpc>
                          <a:spcPct val="115000"/>
                        </a:lnSpc>
                        <a:spcAft>
                          <a:spcPts val="800"/>
                        </a:spcAft>
                        <a:buNone/>
                      </a:pPr>
                      <a:r>
                        <a:rPr lang="en-US" sz="1600" kern="100">
                          <a:effectLst/>
                        </a:rPr>
                        <a:t>Interpretation</a:t>
                      </a:r>
                      <a:endParaRPr lang="en-US" sz="1600" kern="100" dirty="0">
                        <a:effectLst/>
                        <a:latin typeface="Aptos" panose="020B0004020202020204" pitchFamily="34" charset="0"/>
                        <a:ea typeface="Aptos" panose="020B0004020202020204" pitchFamily="34" charset="0"/>
                        <a:cs typeface="Arial" panose="020B0604020202020204" pitchFamily="34" charset="0"/>
                      </a:endParaRPr>
                    </a:p>
                  </a:txBody>
                  <a:tcPr marL="9525" marR="9525" marT="9525" marB="9525" anchor="ctr"/>
                </a:tc>
                <a:extLst>
                  <a:ext uri="{0D108BD9-81ED-4DB2-BD59-A6C34878D82A}">
                    <a16:rowId xmlns:a16="http://schemas.microsoft.com/office/drawing/2014/main" val="3911783352"/>
                  </a:ext>
                </a:extLst>
              </a:tr>
              <a:tr h="1533142">
                <a:tc>
                  <a:txBody>
                    <a:bodyPr/>
                    <a:lstStyle/>
                    <a:p>
                      <a:pPr marL="0" marR="0">
                        <a:lnSpc>
                          <a:spcPct val="115000"/>
                        </a:lnSpc>
                        <a:spcAft>
                          <a:spcPts val="800"/>
                        </a:spcAft>
                        <a:buNone/>
                      </a:pPr>
                      <a:r>
                        <a:rPr lang="en-US" sz="1600" kern="100">
                          <a:effectLst/>
                        </a:rPr>
                        <a:t>Winnow</a:t>
                      </a:r>
                      <a:endParaRPr lang="en-US" sz="1600" kern="100" dirty="0">
                        <a:effectLst/>
                        <a:latin typeface="Aptos" panose="020B0004020202020204" pitchFamily="34" charset="0"/>
                        <a:ea typeface="Aptos" panose="020B0004020202020204" pitchFamily="34" charset="0"/>
                        <a:cs typeface="Arial" panose="020B0604020202020204" pitchFamily="34" charset="0"/>
                      </a:endParaRPr>
                    </a:p>
                  </a:txBody>
                  <a:tcPr marL="9525" marR="9525" marT="9525" marB="9525" anchor="ctr"/>
                </a:tc>
                <a:tc>
                  <a:txBody>
                    <a:bodyPr/>
                    <a:lstStyle/>
                    <a:p>
                      <a:pPr marL="0" marR="0">
                        <a:lnSpc>
                          <a:spcPct val="115000"/>
                        </a:lnSpc>
                        <a:spcAft>
                          <a:spcPts val="800"/>
                        </a:spcAft>
                        <a:buNone/>
                      </a:pPr>
                      <a:r>
                        <a:rPr lang="en-US" sz="1600" kern="100">
                          <a:effectLst/>
                        </a:rPr>
                        <a:t>0.6465</a:t>
                      </a:r>
                      <a:endParaRPr lang="en-US" sz="1600" kern="100" dirty="0">
                        <a:effectLst/>
                        <a:latin typeface="Aptos" panose="020B0004020202020204" pitchFamily="34" charset="0"/>
                        <a:ea typeface="Aptos" panose="020B0004020202020204" pitchFamily="34" charset="0"/>
                        <a:cs typeface="Arial" panose="020B0604020202020204" pitchFamily="34" charset="0"/>
                      </a:endParaRPr>
                    </a:p>
                  </a:txBody>
                  <a:tcPr marL="9525" marR="9525" marT="9525" marB="9525" anchor="ctr"/>
                </a:tc>
                <a:tc>
                  <a:txBody>
                    <a:bodyPr/>
                    <a:lstStyle/>
                    <a:p>
                      <a:pPr marL="0" marR="0">
                        <a:lnSpc>
                          <a:spcPct val="115000"/>
                        </a:lnSpc>
                        <a:spcAft>
                          <a:spcPts val="800"/>
                        </a:spcAft>
                        <a:buNone/>
                      </a:pPr>
                      <a:r>
                        <a:rPr lang="en-US" sz="1600" kern="100">
                          <a:effectLst/>
                        </a:rPr>
                        <a:t>Shows better discriminative ability, correctly distinguishing recurrence vs non-recurrence cases more effectively. The curve rises above the diagonal earlier, indicating improved sensitivity.</a:t>
                      </a:r>
                      <a:endParaRPr lang="en-US" sz="1600" kern="100" dirty="0">
                        <a:effectLst/>
                        <a:latin typeface="Aptos" panose="020B0004020202020204" pitchFamily="34" charset="0"/>
                        <a:ea typeface="Aptos" panose="020B0004020202020204" pitchFamily="34" charset="0"/>
                        <a:cs typeface="Arial" panose="020B0604020202020204" pitchFamily="34" charset="0"/>
                      </a:endParaRPr>
                    </a:p>
                  </a:txBody>
                  <a:tcPr marL="9525" marR="9525" marT="9525" marB="9525" anchor="ctr"/>
                </a:tc>
                <a:extLst>
                  <a:ext uri="{0D108BD9-81ED-4DB2-BD59-A6C34878D82A}">
                    <a16:rowId xmlns:a16="http://schemas.microsoft.com/office/drawing/2014/main" val="1448055882"/>
                  </a:ext>
                </a:extLst>
              </a:tr>
              <a:tr h="1533142">
                <a:tc>
                  <a:txBody>
                    <a:bodyPr/>
                    <a:lstStyle/>
                    <a:p>
                      <a:pPr marL="0" marR="0">
                        <a:lnSpc>
                          <a:spcPct val="115000"/>
                        </a:lnSpc>
                        <a:spcAft>
                          <a:spcPts val="800"/>
                        </a:spcAft>
                        <a:buNone/>
                      </a:pPr>
                      <a:r>
                        <a:rPr lang="en-US" sz="1600" kern="100">
                          <a:effectLst/>
                        </a:rPr>
                        <a:t>Logistic Regression</a:t>
                      </a:r>
                      <a:endParaRPr lang="en-US" sz="1600" kern="100">
                        <a:effectLst/>
                        <a:latin typeface="Aptos" panose="020B0004020202020204" pitchFamily="34" charset="0"/>
                        <a:ea typeface="Aptos" panose="020B0004020202020204" pitchFamily="34" charset="0"/>
                        <a:cs typeface="Arial" panose="020B0604020202020204" pitchFamily="34" charset="0"/>
                      </a:endParaRPr>
                    </a:p>
                  </a:txBody>
                  <a:tcPr marL="9525" marR="9525" marT="9525" marB="9525" anchor="ctr"/>
                </a:tc>
                <a:tc>
                  <a:txBody>
                    <a:bodyPr/>
                    <a:lstStyle/>
                    <a:p>
                      <a:pPr marL="0" marR="0">
                        <a:lnSpc>
                          <a:spcPct val="115000"/>
                        </a:lnSpc>
                        <a:spcAft>
                          <a:spcPts val="800"/>
                        </a:spcAft>
                        <a:buNone/>
                      </a:pPr>
                      <a:r>
                        <a:rPr lang="en-US" sz="1600" kern="100">
                          <a:effectLst/>
                        </a:rPr>
                        <a:t>0.5865</a:t>
                      </a:r>
                      <a:endParaRPr lang="en-US" sz="1600" kern="100" dirty="0">
                        <a:effectLst/>
                        <a:latin typeface="Aptos" panose="020B0004020202020204" pitchFamily="34" charset="0"/>
                        <a:ea typeface="Aptos" panose="020B0004020202020204" pitchFamily="34" charset="0"/>
                        <a:cs typeface="Arial" panose="020B0604020202020204" pitchFamily="34" charset="0"/>
                      </a:endParaRPr>
                    </a:p>
                  </a:txBody>
                  <a:tcPr marL="9525" marR="9525" marT="9525" marB="9525" anchor="ctr"/>
                </a:tc>
                <a:tc>
                  <a:txBody>
                    <a:bodyPr/>
                    <a:lstStyle/>
                    <a:p>
                      <a:pPr marL="0" marR="0">
                        <a:lnSpc>
                          <a:spcPct val="115000"/>
                        </a:lnSpc>
                        <a:spcAft>
                          <a:spcPts val="800"/>
                        </a:spcAft>
                        <a:buNone/>
                      </a:pPr>
                      <a:r>
                        <a:rPr lang="en-US" sz="1600" kern="100">
                          <a:effectLst/>
                        </a:rPr>
                        <a:t>Indicates moderate performance, only slightly better than random guessing. The ROC curve remains closer to the diagonal line, showing weaker separation between classes.</a:t>
                      </a:r>
                      <a:endParaRPr lang="en-US" sz="1600" kern="100" dirty="0">
                        <a:effectLst/>
                        <a:latin typeface="Aptos" panose="020B0004020202020204" pitchFamily="34" charset="0"/>
                        <a:ea typeface="Aptos" panose="020B0004020202020204" pitchFamily="34" charset="0"/>
                        <a:cs typeface="Arial" panose="020B0604020202020204" pitchFamily="34" charset="0"/>
                      </a:endParaRPr>
                    </a:p>
                  </a:txBody>
                  <a:tcPr marL="9525" marR="9525" marT="9525" marB="9525" anchor="ctr"/>
                </a:tc>
                <a:extLst>
                  <a:ext uri="{0D108BD9-81ED-4DB2-BD59-A6C34878D82A}">
                    <a16:rowId xmlns:a16="http://schemas.microsoft.com/office/drawing/2014/main" val="2634334596"/>
                  </a:ext>
                </a:extLst>
              </a:tr>
            </a:tbl>
          </a:graphicData>
        </a:graphic>
      </p:graphicFrame>
    </p:spTree>
    <p:extLst>
      <p:ext uri="{BB962C8B-B14F-4D97-AF65-F5344CB8AC3E}">
        <p14:creationId xmlns:p14="http://schemas.microsoft.com/office/powerpoint/2010/main" val="41116665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7EAD1F-673C-52EF-2DEE-65A36DF9C098}"/>
              </a:ext>
            </a:extLst>
          </p:cNvPr>
          <p:cNvSpPr>
            <a:spLocks noGrp="1"/>
          </p:cNvSpPr>
          <p:nvPr>
            <p:ph type="title"/>
          </p:nvPr>
        </p:nvSpPr>
        <p:spPr>
          <a:xfrm>
            <a:off x="944206" y="172936"/>
            <a:ext cx="9985248" cy="960120"/>
          </a:xfrm>
        </p:spPr>
        <p:txBody>
          <a:bodyPr anchor="b">
            <a:normAutofit/>
          </a:bodyPr>
          <a:lstStyle/>
          <a:p>
            <a:r>
              <a:rPr lang="en-US" dirty="0"/>
              <a:t>Metrics Comparison – Logistic Vs Winnow model</a:t>
            </a:r>
          </a:p>
        </p:txBody>
      </p:sp>
      <p:graphicFrame>
        <p:nvGraphicFramePr>
          <p:cNvPr id="4" name="Content Placeholder 3">
            <a:extLst>
              <a:ext uri="{FF2B5EF4-FFF2-40B4-BE49-F238E27FC236}">
                <a16:creationId xmlns:a16="http://schemas.microsoft.com/office/drawing/2014/main" id="{5A1C8AC7-940D-CD04-302E-DE8EEB5F9463}"/>
              </a:ext>
            </a:extLst>
          </p:cNvPr>
          <p:cNvGraphicFramePr>
            <a:graphicFrameLocks noGrp="1"/>
          </p:cNvGraphicFramePr>
          <p:nvPr>
            <p:ph idx="1"/>
            <p:extLst>
              <p:ext uri="{D42A27DB-BD31-4B8C-83A1-F6EECF244321}">
                <p14:modId xmlns:p14="http://schemas.microsoft.com/office/powerpoint/2010/main" val="4132702736"/>
              </p:ext>
            </p:extLst>
          </p:nvPr>
        </p:nvGraphicFramePr>
        <p:xfrm>
          <a:off x="388307" y="1133056"/>
          <a:ext cx="6425853" cy="5244892"/>
        </p:xfrm>
        <a:graphic>
          <a:graphicData uri="http://schemas.openxmlformats.org/drawingml/2006/table">
            <a:tbl>
              <a:tblPr>
                <a:solidFill>
                  <a:srgbClr val="F2F2F2">
                    <a:alpha val="30196"/>
                  </a:srgbClr>
                </a:solidFill>
              </a:tblPr>
              <a:tblGrid>
                <a:gridCol w="2156687">
                  <a:extLst>
                    <a:ext uri="{9D8B030D-6E8A-4147-A177-3AD203B41FA5}">
                      <a16:colId xmlns:a16="http://schemas.microsoft.com/office/drawing/2014/main" val="3433005412"/>
                    </a:ext>
                  </a:extLst>
                </a:gridCol>
                <a:gridCol w="1961653">
                  <a:extLst>
                    <a:ext uri="{9D8B030D-6E8A-4147-A177-3AD203B41FA5}">
                      <a16:colId xmlns:a16="http://schemas.microsoft.com/office/drawing/2014/main" val="335047738"/>
                    </a:ext>
                  </a:extLst>
                </a:gridCol>
                <a:gridCol w="2307513">
                  <a:extLst>
                    <a:ext uri="{9D8B030D-6E8A-4147-A177-3AD203B41FA5}">
                      <a16:colId xmlns:a16="http://schemas.microsoft.com/office/drawing/2014/main" val="1373070182"/>
                    </a:ext>
                  </a:extLst>
                </a:gridCol>
              </a:tblGrid>
              <a:tr h="394555">
                <a:tc>
                  <a:txBody>
                    <a:bodyPr/>
                    <a:lstStyle/>
                    <a:p>
                      <a:pPr>
                        <a:buNone/>
                      </a:pPr>
                      <a:r>
                        <a:rPr lang="en-US" sz="1600" b="1" cap="none" spc="0">
                          <a:solidFill>
                            <a:schemeClr val="tx1"/>
                          </a:solidFill>
                        </a:rPr>
                        <a:t>Metric</a:t>
                      </a:r>
                      <a:endParaRPr lang="en-US" sz="1600" cap="none" spc="0">
                        <a:solidFill>
                          <a:schemeClr val="tx1"/>
                        </a:solidFill>
                      </a:endParaRPr>
                    </a:p>
                  </a:txBody>
                  <a:tcPr marL="139740" marR="105661" marT="107492" marB="107492" anchor="ctr">
                    <a:lnL w="38100" cap="flat" cmpd="sng" algn="ctr">
                      <a:noFill/>
                      <a:prstDash val="solid"/>
                    </a:lnL>
                    <a:lnR w="6350" cap="flat" cmpd="sng" algn="ctr">
                      <a:solidFill>
                        <a:schemeClr val="tx1">
                          <a:lumMod val="75000"/>
                          <a:lumOff val="25000"/>
                        </a:schemeClr>
                      </a:solidFill>
                      <a:prstDash val="solid"/>
                    </a:lnR>
                    <a:lnT w="38100" cap="flat" cmpd="sng" algn="ctr">
                      <a:noFill/>
                      <a:prstDash val="solid"/>
                    </a:lnT>
                    <a:lnB w="6350" cap="flat" cmpd="sng" algn="ctr">
                      <a:solidFill>
                        <a:schemeClr val="tx1">
                          <a:lumMod val="75000"/>
                          <a:lumOff val="25000"/>
                        </a:schemeClr>
                      </a:solidFill>
                      <a:prstDash val="solid"/>
                    </a:lnB>
                    <a:solidFill>
                      <a:srgbClr val="F2F2F2">
                        <a:alpha val="30196"/>
                      </a:srgbClr>
                    </a:solidFill>
                  </a:tcPr>
                </a:tc>
                <a:tc>
                  <a:txBody>
                    <a:bodyPr/>
                    <a:lstStyle/>
                    <a:p>
                      <a:pPr>
                        <a:buNone/>
                      </a:pPr>
                      <a:r>
                        <a:rPr lang="en-US" sz="1600" b="1" cap="none" spc="0">
                          <a:solidFill>
                            <a:schemeClr val="tx1"/>
                          </a:solidFill>
                        </a:rPr>
                        <a:t>Winnow</a:t>
                      </a:r>
                      <a:endParaRPr lang="en-US" sz="1600" cap="none" spc="0">
                        <a:solidFill>
                          <a:schemeClr val="tx1"/>
                        </a:solidFill>
                      </a:endParaRPr>
                    </a:p>
                  </a:txBody>
                  <a:tcPr marL="139740" marR="105661" marT="107492" marB="107492" anchor="ctr">
                    <a:lnL w="6350" cap="flat" cmpd="sng" algn="ctr">
                      <a:solidFill>
                        <a:schemeClr val="tx1">
                          <a:lumMod val="75000"/>
                          <a:lumOff val="25000"/>
                        </a:schemeClr>
                      </a:solidFill>
                      <a:prstDash val="solid"/>
                    </a:lnL>
                    <a:lnR w="6350" cap="flat" cmpd="sng" algn="ctr">
                      <a:solidFill>
                        <a:schemeClr val="tx1">
                          <a:lumMod val="75000"/>
                          <a:lumOff val="25000"/>
                        </a:schemeClr>
                      </a:solidFill>
                      <a:prstDash val="solid"/>
                    </a:lnR>
                    <a:lnT w="38100" cap="flat" cmpd="sng" algn="ctr">
                      <a:noFill/>
                      <a:prstDash val="solid"/>
                    </a:lnT>
                    <a:lnB w="6350" cap="flat" cmpd="sng" algn="ctr">
                      <a:solidFill>
                        <a:schemeClr val="tx1">
                          <a:lumMod val="75000"/>
                          <a:lumOff val="25000"/>
                        </a:schemeClr>
                      </a:solidFill>
                      <a:prstDash val="solid"/>
                    </a:lnB>
                    <a:solidFill>
                      <a:srgbClr val="F2F2F2">
                        <a:alpha val="30196"/>
                      </a:srgbClr>
                    </a:solidFill>
                  </a:tcPr>
                </a:tc>
                <a:tc>
                  <a:txBody>
                    <a:bodyPr/>
                    <a:lstStyle/>
                    <a:p>
                      <a:pPr>
                        <a:buNone/>
                      </a:pPr>
                      <a:r>
                        <a:rPr lang="en-US" sz="1600" b="1" cap="none" spc="0">
                          <a:solidFill>
                            <a:schemeClr val="tx1"/>
                          </a:solidFill>
                        </a:rPr>
                        <a:t>Logistic Regression</a:t>
                      </a:r>
                      <a:endParaRPr lang="en-US" sz="1600" cap="none" spc="0">
                        <a:solidFill>
                          <a:schemeClr val="tx1"/>
                        </a:solidFill>
                      </a:endParaRPr>
                    </a:p>
                  </a:txBody>
                  <a:tcPr marL="139740" marR="105661" marT="107492" marB="107492" anchor="ctr">
                    <a:lnL w="6350" cap="flat" cmpd="sng" algn="ctr">
                      <a:solidFill>
                        <a:schemeClr val="tx1">
                          <a:lumMod val="75000"/>
                          <a:lumOff val="25000"/>
                        </a:schemeClr>
                      </a:solidFill>
                      <a:prstDash val="solid"/>
                    </a:lnL>
                    <a:lnR w="38100" cap="flat" cmpd="sng" algn="ctr">
                      <a:noFill/>
                      <a:prstDash val="solid"/>
                    </a:lnR>
                    <a:lnT w="38100" cap="flat" cmpd="sng" algn="ctr">
                      <a:noFill/>
                      <a:prstDash val="solid"/>
                    </a:lnT>
                    <a:lnB w="6350" cap="flat" cmpd="sng" algn="ctr">
                      <a:solidFill>
                        <a:schemeClr val="tx1">
                          <a:lumMod val="75000"/>
                          <a:lumOff val="25000"/>
                        </a:schemeClr>
                      </a:solidFill>
                      <a:prstDash val="solid"/>
                    </a:lnB>
                    <a:solidFill>
                      <a:srgbClr val="F2F2F2">
                        <a:alpha val="30196"/>
                      </a:srgbClr>
                    </a:solidFill>
                  </a:tcPr>
                </a:tc>
                <a:extLst>
                  <a:ext uri="{0D108BD9-81ED-4DB2-BD59-A6C34878D82A}">
                    <a16:rowId xmlns:a16="http://schemas.microsoft.com/office/drawing/2014/main" val="2649464017"/>
                  </a:ext>
                </a:extLst>
              </a:tr>
              <a:tr h="394555">
                <a:tc>
                  <a:txBody>
                    <a:bodyPr/>
                    <a:lstStyle/>
                    <a:p>
                      <a:pPr>
                        <a:buNone/>
                      </a:pPr>
                      <a:r>
                        <a:rPr lang="en-US" sz="1600" b="1" cap="none" spc="0">
                          <a:solidFill>
                            <a:schemeClr val="tx1"/>
                          </a:solidFill>
                        </a:rPr>
                        <a:t>Accuracy</a:t>
                      </a:r>
                      <a:endParaRPr lang="en-US" sz="1600" cap="none" spc="0">
                        <a:solidFill>
                          <a:schemeClr val="tx1"/>
                        </a:solidFill>
                      </a:endParaRPr>
                    </a:p>
                  </a:txBody>
                  <a:tcPr marL="139740" marR="105661" marT="107492" marB="107492" anchor="ctr">
                    <a:lnL w="38100" cap="flat" cmpd="sng" algn="ctr">
                      <a:noFill/>
                      <a:prstDash val="solid"/>
                    </a:lnL>
                    <a:lnR w="6350" cap="flat" cmpd="sng" algn="ctr">
                      <a:solidFill>
                        <a:schemeClr val="tx1">
                          <a:lumMod val="75000"/>
                          <a:lumOff val="25000"/>
                        </a:schemeClr>
                      </a:solidFill>
                      <a:prstDash val="solid"/>
                    </a:lnR>
                    <a:lnT w="6350" cap="flat" cmpd="sng" algn="ctr">
                      <a:solidFill>
                        <a:schemeClr val="tx1">
                          <a:lumMod val="75000"/>
                          <a:lumOff val="25000"/>
                        </a:schemeClr>
                      </a:solidFill>
                      <a:prstDash val="solid"/>
                    </a:lnT>
                    <a:lnB w="6350" cap="flat" cmpd="sng" algn="ctr">
                      <a:solidFill>
                        <a:schemeClr val="tx1">
                          <a:lumMod val="75000"/>
                          <a:lumOff val="25000"/>
                        </a:schemeClr>
                      </a:solidFill>
                      <a:prstDash val="solid"/>
                    </a:lnB>
                    <a:solidFill>
                      <a:srgbClr val="F2F2F2">
                        <a:alpha val="30196"/>
                      </a:srgbClr>
                    </a:solidFill>
                  </a:tcPr>
                </a:tc>
                <a:tc>
                  <a:txBody>
                    <a:bodyPr/>
                    <a:lstStyle/>
                    <a:p>
                      <a:pPr>
                        <a:buNone/>
                      </a:pPr>
                      <a:r>
                        <a:rPr lang="en-US" sz="1600" cap="none" spc="0" dirty="0">
                          <a:solidFill>
                            <a:schemeClr val="tx1"/>
                          </a:solidFill>
                        </a:rPr>
                        <a:t>65.73%</a:t>
                      </a:r>
                    </a:p>
                  </a:txBody>
                  <a:tcPr marL="139740" marR="105661" marT="107492" marB="107492" anchor="ctr">
                    <a:lnL w="6350" cap="flat" cmpd="sng" algn="ctr">
                      <a:solidFill>
                        <a:schemeClr val="tx1">
                          <a:lumMod val="75000"/>
                          <a:lumOff val="25000"/>
                        </a:schemeClr>
                      </a:solidFill>
                      <a:prstDash val="solid"/>
                    </a:lnL>
                    <a:lnR w="6350" cap="flat" cmpd="sng" algn="ctr">
                      <a:solidFill>
                        <a:schemeClr val="tx1">
                          <a:lumMod val="75000"/>
                          <a:lumOff val="25000"/>
                        </a:schemeClr>
                      </a:solidFill>
                      <a:prstDash val="solid"/>
                    </a:lnR>
                    <a:lnT w="6350" cap="flat" cmpd="sng" algn="ctr">
                      <a:solidFill>
                        <a:schemeClr val="tx1">
                          <a:lumMod val="75000"/>
                          <a:lumOff val="25000"/>
                        </a:schemeClr>
                      </a:solidFill>
                      <a:prstDash val="solid"/>
                    </a:lnT>
                    <a:lnB w="6350" cap="flat" cmpd="sng" algn="ctr">
                      <a:solidFill>
                        <a:schemeClr val="tx1">
                          <a:lumMod val="75000"/>
                          <a:lumOff val="25000"/>
                        </a:schemeClr>
                      </a:solidFill>
                      <a:prstDash val="solid"/>
                    </a:lnB>
                    <a:solidFill>
                      <a:srgbClr val="F2F2F2">
                        <a:alpha val="30196"/>
                      </a:srgbClr>
                    </a:solidFill>
                  </a:tcPr>
                </a:tc>
                <a:tc>
                  <a:txBody>
                    <a:bodyPr/>
                    <a:lstStyle/>
                    <a:p>
                      <a:pPr>
                        <a:buNone/>
                      </a:pPr>
                      <a:r>
                        <a:rPr lang="en-US" sz="1600" cap="none" spc="0">
                          <a:solidFill>
                            <a:schemeClr val="tx1"/>
                          </a:solidFill>
                        </a:rPr>
                        <a:t>68.88%</a:t>
                      </a:r>
                    </a:p>
                  </a:txBody>
                  <a:tcPr marL="139740" marR="105661" marT="107492" marB="107492" anchor="ctr">
                    <a:lnL w="6350" cap="flat" cmpd="sng" algn="ctr">
                      <a:solidFill>
                        <a:schemeClr val="tx1">
                          <a:lumMod val="75000"/>
                          <a:lumOff val="25000"/>
                        </a:schemeClr>
                      </a:solidFill>
                      <a:prstDash val="solid"/>
                    </a:lnL>
                    <a:lnR w="38100" cap="flat" cmpd="sng" algn="ctr">
                      <a:noFill/>
                      <a:prstDash val="solid"/>
                    </a:lnR>
                    <a:lnT w="6350" cap="flat" cmpd="sng" algn="ctr">
                      <a:solidFill>
                        <a:schemeClr val="tx1">
                          <a:lumMod val="75000"/>
                          <a:lumOff val="25000"/>
                        </a:schemeClr>
                      </a:solidFill>
                      <a:prstDash val="solid"/>
                    </a:lnT>
                    <a:lnB w="6350" cap="flat" cmpd="sng" algn="ctr">
                      <a:solidFill>
                        <a:schemeClr val="tx1">
                          <a:lumMod val="75000"/>
                          <a:lumOff val="25000"/>
                        </a:schemeClr>
                      </a:solidFill>
                      <a:prstDash val="solid"/>
                    </a:lnB>
                    <a:solidFill>
                      <a:srgbClr val="F2F2F2">
                        <a:alpha val="30196"/>
                      </a:srgbClr>
                    </a:solidFill>
                  </a:tcPr>
                </a:tc>
                <a:extLst>
                  <a:ext uri="{0D108BD9-81ED-4DB2-BD59-A6C34878D82A}">
                    <a16:rowId xmlns:a16="http://schemas.microsoft.com/office/drawing/2014/main" val="2363084904"/>
                  </a:ext>
                </a:extLst>
              </a:tr>
              <a:tr h="604240">
                <a:tc>
                  <a:txBody>
                    <a:bodyPr/>
                    <a:lstStyle/>
                    <a:p>
                      <a:pPr>
                        <a:buNone/>
                      </a:pPr>
                      <a:r>
                        <a:rPr lang="en-US" sz="1600" b="1" cap="none" spc="0" dirty="0">
                          <a:solidFill>
                            <a:schemeClr val="tx1"/>
                          </a:solidFill>
                        </a:rPr>
                        <a:t>Kappa Statistic</a:t>
                      </a:r>
                      <a:endParaRPr lang="en-US" sz="1600" cap="none" spc="0" dirty="0">
                        <a:solidFill>
                          <a:schemeClr val="tx1"/>
                        </a:solidFill>
                      </a:endParaRPr>
                    </a:p>
                  </a:txBody>
                  <a:tcPr marL="139740" marR="105661" marT="107492" marB="107492" anchor="ctr">
                    <a:lnL w="38100" cap="flat" cmpd="sng" algn="ctr">
                      <a:noFill/>
                      <a:prstDash val="solid"/>
                    </a:lnL>
                    <a:lnR w="6350" cap="flat" cmpd="sng" algn="ctr">
                      <a:solidFill>
                        <a:schemeClr val="tx1">
                          <a:lumMod val="75000"/>
                          <a:lumOff val="25000"/>
                        </a:schemeClr>
                      </a:solidFill>
                      <a:prstDash val="solid"/>
                    </a:lnR>
                    <a:lnT w="6350" cap="flat" cmpd="sng" algn="ctr">
                      <a:solidFill>
                        <a:schemeClr val="tx1">
                          <a:lumMod val="75000"/>
                          <a:lumOff val="25000"/>
                        </a:schemeClr>
                      </a:solidFill>
                      <a:prstDash val="solid"/>
                    </a:lnT>
                    <a:lnB w="6350" cap="flat" cmpd="sng" algn="ctr">
                      <a:solidFill>
                        <a:schemeClr val="tx1">
                          <a:lumMod val="75000"/>
                          <a:lumOff val="25000"/>
                        </a:schemeClr>
                      </a:solidFill>
                      <a:prstDash val="solid"/>
                    </a:lnB>
                    <a:solidFill>
                      <a:srgbClr val="F2F2F2">
                        <a:alpha val="30196"/>
                      </a:srgbClr>
                    </a:solidFill>
                  </a:tcPr>
                </a:tc>
                <a:tc>
                  <a:txBody>
                    <a:bodyPr/>
                    <a:lstStyle/>
                    <a:p>
                      <a:pPr>
                        <a:buNone/>
                      </a:pPr>
                      <a:r>
                        <a:rPr lang="en-US" sz="1600" cap="none" spc="0">
                          <a:solidFill>
                            <a:schemeClr val="tx1"/>
                          </a:solidFill>
                        </a:rPr>
                        <a:t>0.1741 </a:t>
                      </a:r>
                      <a:r>
                        <a:rPr lang="en-US" sz="1600" i="1" cap="none" spc="0">
                          <a:solidFill>
                            <a:schemeClr val="tx1"/>
                          </a:solidFill>
                        </a:rPr>
                        <a:t>(Weak agreement)</a:t>
                      </a:r>
                      <a:endParaRPr lang="en-US" sz="1600" cap="none" spc="0">
                        <a:solidFill>
                          <a:schemeClr val="tx1"/>
                        </a:solidFill>
                      </a:endParaRPr>
                    </a:p>
                  </a:txBody>
                  <a:tcPr marL="139740" marR="105661" marT="107492" marB="107492" anchor="ctr">
                    <a:lnL w="6350" cap="flat" cmpd="sng" algn="ctr">
                      <a:solidFill>
                        <a:schemeClr val="tx1">
                          <a:lumMod val="75000"/>
                          <a:lumOff val="25000"/>
                        </a:schemeClr>
                      </a:solidFill>
                      <a:prstDash val="solid"/>
                    </a:lnL>
                    <a:lnR w="6350" cap="flat" cmpd="sng" algn="ctr">
                      <a:solidFill>
                        <a:schemeClr val="tx1">
                          <a:lumMod val="75000"/>
                          <a:lumOff val="25000"/>
                        </a:schemeClr>
                      </a:solidFill>
                      <a:prstDash val="solid"/>
                    </a:lnR>
                    <a:lnT w="6350" cap="flat" cmpd="sng" algn="ctr">
                      <a:solidFill>
                        <a:schemeClr val="tx1">
                          <a:lumMod val="75000"/>
                          <a:lumOff val="25000"/>
                        </a:schemeClr>
                      </a:solidFill>
                      <a:prstDash val="solid"/>
                    </a:lnT>
                    <a:lnB w="6350" cap="flat" cmpd="sng" algn="ctr">
                      <a:solidFill>
                        <a:schemeClr val="tx1">
                          <a:lumMod val="75000"/>
                          <a:lumOff val="25000"/>
                        </a:schemeClr>
                      </a:solidFill>
                      <a:prstDash val="solid"/>
                    </a:lnB>
                    <a:solidFill>
                      <a:srgbClr val="F2F2F2">
                        <a:alpha val="30196"/>
                      </a:srgbClr>
                    </a:solidFill>
                  </a:tcPr>
                </a:tc>
                <a:tc>
                  <a:txBody>
                    <a:bodyPr/>
                    <a:lstStyle/>
                    <a:p>
                      <a:pPr>
                        <a:buNone/>
                      </a:pPr>
                      <a:r>
                        <a:rPr lang="en-US" sz="1600" cap="none" spc="0">
                          <a:solidFill>
                            <a:schemeClr val="tx1"/>
                          </a:solidFill>
                        </a:rPr>
                        <a:t>0.1979 </a:t>
                      </a:r>
                      <a:r>
                        <a:rPr lang="en-US" sz="1600" i="1" cap="none" spc="0">
                          <a:solidFill>
                            <a:schemeClr val="tx1"/>
                          </a:solidFill>
                        </a:rPr>
                        <a:t>(Slightly better agreement)</a:t>
                      </a:r>
                      <a:endParaRPr lang="en-US" sz="1600" cap="none" spc="0">
                        <a:solidFill>
                          <a:schemeClr val="tx1"/>
                        </a:solidFill>
                      </a:endParaRPr>
                    </a:p>
                  </a:txBody>
                  <a:tcPr marL="139740" marR="105661" marT="107492" marB="107492" anchor="ctr">
                    <a:lnL w="6350" cap="flat" cmpd="sng" algn="ctr">
                      <a:solidFill>
                        <a:schemeClr val="tx1">
                          <a:lumMod val="75000"/>
                          <a:lumOff val="25000"/>
                        </a:schemeClr>
                      </a:solidFill>
                      <a:prstDash val="solid"/>
                    </a:lnL>
                    <a:lnR w="38100" cap="flat" cmpd="sng" algn="ctr">
                      <a:noFill/>
                      <a:prstDash val="solid"/>
                    </a:lnR>
                    <a:lnT w="6350" cap="flat" cmpd="sng" algn="ctr">
                      <a:solidFill>
                        <a:schemeClr val="tx1">
                          <a:lumMod val="75000"/>
                          <a:lumOff val="25000"/>
                        </a:schemeClr>
                      </a:solidFill>
                      <a:prstDash val="solid"/>
                    </a:lnT>
                    <a:lnB w="6350" cap="flat" cmpd="sng" algn="ctr">
                      <a:solidFill>
                        <a:schemeClr val="tx1">
                          <a:lumMod val="75000"/>
                          <a:lumOff val="25000"/>
                        </a:schemeClr>
                      </a:solidFill>
                      <a:prstDash val="solid"/>
                    </a:lnB>
                    <a:solidFill>
                      <a:srgbClr val="F2F2F2">
                        <a:alpha val="30196"/>
                      </a:srgbClr>
                    </a:solidFill>
                  </a:tcPr>
                </a:tc>
                <a:extLst>
                  <a:ext uri="{0D108BD9-81ED-4DB2-BD59-A6C34878D82A}">
                    <a16:rowId xmlns:a16="http://schemas.microsoft.com/office/drawing/2014/main" val="2217965313"/>
                  </a:ext>
                </a:extLst>
              </a:tr>
              <a:tr h="604240">
                <a:tc>
                  <a:txBody>
                    <a:bodyPr/>
                    <a:lstStyle/>
                    <a:p>
                      <a:pPr>
                        <a:buNone/>
                      </a:pPr>
                      <a:r>
                        <a:rPr lang="en-US" sz="1600" b="1" cap="none" spc="0" dirty="0">
                          <a:solidFill>
                            <a:schemeClr val="tx1"/>
                          </a:solidFill>
                        </a:rPr>
                        <a:t>Mean Absolute Error (MAE)</a:t>
                      </a:r>
                      <a:endParaRPr lang="en-US" sz="1600" cap="none" spc="0" dirty="0">
                        <a:solidFill>
                          <a:schemeClr val="tx1"/>
                        </a:solidFill>
                      </a:endParaRPr>
                    </a:p>
                  </a:txBody>
                  <a:tcPr marL="139740" marR="105661" marT="107492" marB="107492" anchor="ctr">
                    <a:lnL w="38100" cap="flat" cmpd="sng" algn="ctr">
                      <a:noFill/>
                      <a:prstDash val="solid"/>
                    </a:lnL>
                    <a:lnR w="6350" cap="flat" cmpd="sng" algn="ctr">
                      <a:solidFill>
                        <a:schemeClr val="tx1">
                          <a:lumMod val="75000"/>
                          <a:lumOff val="25000"/>
                        </a:schemeClr>
                      </a:solidFill>
                      <a:prstDash val="solid"/>
                    </a:lnR>
                    <a:lnT w="6350" cap="flat" cmpd="sng" algn="ctr">
                      <a:solidFill>
                        <a:schemeClr val="tx1">
                          <a:lumMod val="75000"/>
                          <a:lumOff val="25000"/>
                        </a:schemeClr>
                      </a:solidFill>
                      <a:prstDash val="solid"/>
                    </a:lnT>
                    <a:lnB w="6350" cap="flat" cmpd="sng" algn="ctr">
                      <a:solidFill>
                        <a:schemeClr val="tx1">
                          <a:lumMod val="75000"/>
                          <a:lumOff val="25000"/>
                        </a:schemeClr>
                      </a:solidFill>
                      <a:prstDash val="solid"/>
                    </a:lnB>
                    <a:solidFill>
                      <a:srgbClr val="F2F2F2">
                        <a:alpha val="30196"/>
                      </a:srgbClr>
                    </a:solidFill>
                  </a:tcPr>
                </a:tc>
                <a:tc>
                  <a:txBody>
                    <a:bodyPr/>
                    <a:lstStyle/>
                    <a:p>
                      <a:pPr>
                        <a:buNone/>
                      </a:pPr>
                      <a:r>
                        <a:rPr lang="en-US" sz="1600" cap="none" spc="0">
                          <a:solidFill>
                            <a:schemeClr val="tx1"/>
                          </a:solidFill>
                        </a:rPr>
                        <a:t>0.3427</a:t>
                      </a:r>
                    </a:p>
                  </a:txBody>
                  <a:tcPr marL="139740" marR="105661" marT="107492" marB="107492" anchor="ctr">
                    <a:lnL w="6350" cap="flat" cmpd="sng" algn="ctr">
                      <a:solidFill>
                        <a:schemeClr val="tx1">
                          <a:lumMod val="75000"/>
                          <a:lumOff val="25000"/>
                        </a:schemeClr>
                      </a:solidFill>
                      <a:prstDash val="solid"/>
                    </a:lnL>
                    <a:lnR w="6350" cap="flat" cmpd="sng" algn="ctr">
                      <a:solidFill>
                        <a:schemeClr val="tx1">
                          <a:lumMod val="75000"/>
                          <a:lumOff val="25000"/>
                        </a:schemeClr>
                      </a:solidFill>
                      <a:prstDash val="solid"/>
                    </a:lnR>
                    <a:lnT w="6350" cap="flat" cmpd="sng" algn="ctr">
                      <a:solidFill>
                        <a:schemeClr val="tx1">
                          <a:lumMod val="75000"/>
                          <a:lumOff val="25000"/>
                        </a:schemeClr>
                      </a:solidFill>
                      <a:prstDash val="solid"/>
                    </a:lnT>
                    <a:lnB w="6350" cap="flat" cmpd="sng" algn="ctr">
                      <a:solidFill>
                        <a:schemeClr val="tx1">
                          <a:lumMod val="75000"/>
                          <a:lumOff val="25000"/>
                        </a:schemeClr>
                      </a:solidFill>
                      <a:prstDash val="solid"/>
                    </a:lnB>
                    <a:solidFill>
                      <a:srgbClr val="F2F2F2">
                        <a:alpha val="30196"/>
                      </a:srgbClr>
                    </a:solidFill>
                  </a:tcPr>
                </a:tc>
                <a:tc>
                  <a:txBody>
                    <a:bodyPr/>
                    <a:lstStyle/>
                    <a:p>
                      <a:pPr>
                        <a:buNone/>
                      </a:pPr>
                      <a:r>
                        <a:rPr lang="en-US" sz="1600" cap="none" spc="0">
                          <a:solidFill>
                            <a:schemeClr val="tx1"/>
                          </a:solidFill>
                        </a:rPr>
                        <a:t>0.37</a:t>
                      </a:r>
                    </a:p>
                  </a:txBody>
                  <a:tcPr marL="139740" marR="105661" marT="107492" marB="107492" anchor="ctr">
                    <a:lnL w="6350" cap="flat" cmpd="sng" algn="ctr">
                      <a:solidFill>
                        <a:schemeClr val="tx1">
                          <a:lumMod val="75000"/>
                          <a:lumOff val="25000"/>
                        </a:schemeClr>
                      </a:solidFill>
                      <a:prstDash val="solid"/>
                    </a:lnL>
                    <a:lnR w="38100" cap="flat" cmpd="sng" algn="ctr">
                      <a:noFill/>
                      <a:prstDash val="solid"/>
                    </a:lnR>
                    <a:lnT w="6350" cap="flat" cmpd="sng" algn="ctr">
                      <a:solidFill>
                        <a:schemeClr val="tx1">
                          <a:lumMod val="75000"/>
                          <a:lumOff val="25000"/>
                        </a:schemeClr>
                      </a:solidFill>
                      <a:prstDash val="solid"/>
                    </a:lnT>
                    <a:lnB w="6350" cap="flat" cmpd="sng" algn="ctr">
                      <a:solidFill>
                        <a:schemeClr val="tx1">
                          <a:lumMod val="75000"/>
                          <a:lumOff val="25000"/>
                        </a:schemeClr>
                      </a:solidFill>
                      <a:prstDash val="solid"/>
                    </a:lnB>
                    <a:solidFill>
                      <a:srgbClr val="F2F2F2">
                        <a:alpha val="30196"/>
                      </a:srgbClr>
                    </a:solidFill>
                  </a:tcPr>
                </a:tc>
                <a:extLst>
                  <a:ext uri="{0D108BD9-81ED-4DB2-BD59-A6C34878D82A}">
                    <a16:rowId xmlns:a16="http://schemas.microsoft.com/office/drawing/2014/main" val="851595615"/>
                  </a:ext>
                </a:extLst>
              </a:tr>
              <a:tr h="813924">
                <a:tc>
                  <a:txBody>
                    <a:bodyPr/>
                    <a:lstStyle/>
                    <a:p>
                      <a:pPr>
                        <a:buNone/>
                      </a:pPr>
                      <a:r>
                        <a:rPr lang="en-US" sz="1600" b="1" cap="none" spc="0">
                          <a:solidFill>
                            <a:schemeClr val="tx1"/>
                          </a:solidFill>
                        </a:rPr>
                        <a:t>Root Mean Squared Error (RMSE)</a:t>
                      </a:r>
                      <a:endParaRPr lang="en-US" sz="1600" cap="none" spc="0">
                        <a:solidFill>
                          <a:schemeClr val="tx1"/>
                        </a:solidFill>
                      </a:endParaRPr>
                    </a:p>
                  </a:txBody>
                  <a:tcPr marL="139740" marR="105661" marT="107492" marB="107492" anchor="ctr">
                    <a:lnL w="38100" cap="flat" cmpd="sng" algn="ctr">
                      <a:noFill/>
                      <a:prstDash val="solid"/>
                    </a:lnL>
                    <a:lnR w="6350" cap="flat" cmpd="sng" algn="ctr">
                      <a:solidFill>
                        <a:schemeClr val="tx1">
                          <a:lumMod val="75000"/>
                          <a:lumOff val="25000"/>
                        </a:schemeClr>
                      </a:solidFill>
                      <a:prstDash val="solid"/>
                    </a:lnR>
                    <a:lnT w="6350" cap="flat" cmpd="sng" algn="ctr">
                      <a:solidFill>
                        <a:schemeClr val="tx1">
                          <a:lumMod val="75000"/>
                          <a:lumOff val="25000"/>
                        </a:schemeClr>
                      </a:solidFill>
                      <a:prstDash val="solid"/>
                    </a:lnT>
                    <a:lnB w="6350" cap="flat" cmpd="sng" algn="ctr">
                      <a:solidFill>
                        <a:schemeClr val="tx1">
                          <a:lumMod val="75000"/>
                          <a:lumOff val="25000"/>
                        </a:schemeClr>
                      </a:solidFill>
                      <a:prstDash val="solid"/>
                    </a:lnB>
                    <a:solidFill>
                      <a:srgbClr val="F2F2F2">
                        <a:alpha val="30196"/>
                      </a:srgbClr>
                    </a:solidFill>
                  </a:tcPr>
                </a:tc>
                <a:tc>
                  <a:txBody>
                    <a:bodyPr/>
                    <a:lstStyle/>
                    <a:p>
                      <a:pPr>
                        <a:buNone/>
                      </a:pPr>
                      <a:r>
                        <a:rPr lang="en-US" sz="1600" cap="none" spc="0" dirty="0">
                          <a:solidFill>
                            <a:schemeClr val="tx1"/>
                          </a:solidFill>
                        </a:rPr>
                        <a:t>0.5854</a:t>
                      </a:r>
                    </a:p>
                  </a:txBody>
                  <a:tcPr marL="139740" marR="105661" marT="107492" marB="107492" anchor="ctr">
                    <a:lnL w="6350" cap="flat" cmpd="sng" algn="ctr">
                      <a:solidFill>
                        <a:schemeClr val="tx1">
                          <a:lumMod val="75000"/>
                          <a:lumOff val="25000"/>
                        </a:schemeClr>
                      </a:solidFill>
                      <a:prstDash val="solid"/>
                    </a:lnL>
                    <a:lnR w="6350" cap="flat" cmpd="sng" algn="ctr">
                      <a:solidFill>
                        <a:schemeClr val="tx1">
                          <a:lumMod val="75000"/>
                          <a:lumOff val="25000"/>
                        </a:schemeClr>
                      </a:solidFill>
                      <a:prstDash val="solid"/>
                    </a:lnR>
                    <a:lnT w="6350" cap="flat" cmpd="sng" algn="ctr">
                      <a:solidFill>
                        <a:schemeClr val="tx1">
                          <a:lumMod val="75000"/>
                          <a:lumOff val="25000"/>
                        </a:schemeClr>
                      </a:solidFill>
                      <a:prstDash val="solid"/>
                    </a:lnT>
                    <a:lnB w="6350" cap="flat" cmpd="sng" algn="ctr">
                      <a:solidFill>
                        <a:schemeClr val="tx1">
                          <a:lumMod val="75000"/>
                          <a:lumOff val="25000"/>
                        </a:schemeClr>
                      </a:solidFill>
                      <a:prstDash val="solid"/>
                    </a:lnB>
                    <a:solidFill>
                      <a:srgbClr val="F2F2F2">
                        <a:alpha val="30196"/>
                      </a:srgbClr>
                    </a:solidFill>
                  </a:tcPr>
                </a:tc>
                <a:tc>
                  <a:txBody>
                    <a:bodyPr/>
                    <a:lstStyle/>
                    <a:p>
                      <a:pPr>
                        <a:buNone/>
                      </a:pPr>
                      <a:r>
                        <a:rPr lang="en-US" sz="1600" cap="none" spc="0">
                          <a:solidFill>
                            <a:schemeClr val="tx1"/>
                          </a:solidFill>
                        </a:rPr>
                        <a:t>0.4631</a:t>
                      </a:r>
                    </a:p>
                  </a:txBody>
                  <a:tcPr marL="139740" marR="105661" marT="107492" marB="107492" anchor="ctr">
                    <a:lnL w="6350" cap="flat" cmpd="sng" algn="ctr">
                      <a:solidFill>
                        <a:schemeClr val="tx1">
                          <a:lumMod val="75000"/>
                          <a:lumOff val="25000"/>
                        </a:schemeClr>
                      </a:solidFill>
                      <a:prstDash val="solid"/>
                    </a:lnL>
                    <a:lnR w="38100" cap="flat" cmpd="sng" algn="ctr">
                      <a:noFill/>
                      <a:prstDash val="solid"/>
                    </a:lnR>
                    <a:lnT w="6350" cap="flat" cmpd="sng" algn="ctr">
                      <a:solidFill>
                        <a:schemeClr val="tx1">
                          <a:lumMod val="75000"/>
                          <a:lumOff val="25000"/>
                        </a:schemeClr>
                      </a:solidFill>
                      <a:prstDash val="solid"/>
                    </a:lnT>
                    <a:lnB w="6350" cap="flat" cmpd="sng" algn="ctr">
                      <a:solidFill>
                        <a:schemeClr val="tx1">
                          <a:lumMod val="75000"/>
                          <a:lumOff val="25000"/>
                        </a:schemeClr>
                      </a:solidFill>
                      <a:prstDash val="solid"/>
                    </a:lnB>
                    <a:solidFill>
                      <a:srgbClr val="F2F2F2">
                        <a:alpha val="30196"/>
                      </a:srgbClr>
                    </a:solidFill>
                  </a:tcPr>
                </a:tc>
                <a:extLst>
                  <a:ext uri="{0D108BD9-81ED-4DB2-BD59-A6C34878D82A}">
                    <a16:rowId xmlns:a16="http://schemas.microsoft.com/office/drawing/2014/main" val="4277742251"/>
                  </a:ext>
                </a:extLst>
              </a:tr>
              <a:tr h="604240">
                <a:tc>
                  <a:txBody>
                    <a:bodyPr/>
                    <a:lstStyle/>
                    <a:p>
                      <a:pPr>
                        <a:buNone/>
                      </a:pPr>
                      <a:r>
                        <a:rPr lang="en-US" sz="1600" b="1" cap="none" spc="0">
                          <a:solidFill>
                            <a:schemeClr val="tx1"/>
                          </a:solidFill>
                        </a:rPr>
                        <a:t>ROC Area (AUC)</a:t>
                      </a:r>
                      <a:endParaRPr lang="en-US" sz="1600" cap="none" spc="0">
                        <a:solidFill>
                          <a:schemeClr val="tx1"/>
                        </a:solidFill>
                      </a:endParaRPr>
                    </a:p>
                  </a:txBody>
                  <a:tcPr marL="139740" marR="105661" marT="107492" marB="107492" anchor="ctr">
                    <a:lnL w="38100" cap="flat" cmpd="sng" algn="ctr">
                      <a:noFill/>
                      <a:prstDash val="solid"/>
                    </a:lnL>
                    <a:lnR w="6350" cap="flat" cmpd="sng" algn="ctr">
                      <a:solidFill>
                        <a:schemeClr val="tx1">
                          <a:lumMod val="75000"/>
                          <a:lumOff val="25000"/>
                        </a:schemeClr>
                      </a:solidFill>
                      <a:prstDash val="solid"/>
                    </a:lnR>
                    <a:lnT w="6350" cap="flat" cmpd="sng" algn="ctr">
                      <a:solidFill>
                        <a:schemeClr val="tx1">
                          <a:lumMod val="75000"/>
                          <a:lumOff val="25000"/>
                        </a:schemeClr>
                      </a:solidFill>
                      <a:prstDash val="solid"/>
                    </a:lnT>
                    <a:lnB w="6350" cap="flat" cmpd="sng" algn="ctr">
                      <a:solidFill>
                        <a:schemeClr val="tx1">
                          <a:lumMod val="75000"/>
                          <a:lumOff val="25000"/>
                        </a:schemeClr>
                      </a:solidFill>
                      <a:prstDash val="solid"/>
                    </a:lnB>
                    <a:solidFill>
                      <a:srgbClr val="F2F2F2">
                        <a:alpha val="30196"/>
                      </a:srgbClr>
                    </a:solidFill>
                  </a:tcPr>
                </a:tc>
                <a:tc>
                  <a:txBody>
                    <a:bodyPr/>
                    <a:lstStyle/>
                    <a:p>
                      <a:pPr>
                        <a:buNone/>
                      </a:pPr>
                      <a:r>
                        <a:rPr lang="en-US" sz="1600" cap="none" spc="0">
                          <a:solidFill>
                            <a:schemeClr val="tx1"/>
                          </a:solidFill>
                        </a:rPr>
                        <a:t>0.586 </a:t>
                      </a:r>
                      <a:r>
                        <a:rPr lang="en-US" sz="1600" i="1" cap="none" spc="0">
                          <a:solidFill>
                            <a:schemeClr val="tx1"/>
                          </a:solidFill>
                        </a:rPr>
                        <a:t>(Low discrimination)</a:t>
                      </a:r>
                      <a:endParaRPr lang="en-US" sz="1600" cap="none" spc="0">
                        <a:solidFill>
                          <a:schemeClr val="tx1"/>
                        </a:solidFill>
                      </a:endParaRPr>
                    </a:p>
                  </a:txBody>
                  <a:tcPr marL="139740" marR="105661" marT="107492" marB="107492" anchor="ctr">
                    <a:lnL w="6350" cap="flat" cmpd="sng" algn="ctr">
                      <a:solidFill>
                        <a:schemeClr val="tx1">
                          <a:lumMod val="75000"/>
                          <a:lumOff val="25000"/>
                        </a:schemeClr>
                      </a:solidFill>
                      <a:prstDash val="solid"/>
                    </a:lnL>
                    <a:lnR w="6350" cap="flat" cmpd="sng" algn="ctr">
                      <a:solidFill>
                        <a:schemeClr val="tx1">
                          <a:lumMod val="75000"/>
                          <a:lumOff val="25000"/>
                        </a:schemeClr>
                      </a:solidFill>
                      <a:prstDash val="solid"/>
                    </a:lnR>
                    <a:lnT w="6350" cap="flat" cmpd="sng" algn="ctr">
                      <a:solidFill>
                        <a:schemeClr val="tx1">
                          <a:lumMod val="75000"/>
                          <a:lumOff val="25000"/>
                        </a:schemeClr>
                      </a:solidFill>
                      <a:prstDash val="solid"/>
                    </a:lnT>
                    <a:lnB w="6350" cap="flat" cmpd="sng" algn="ctr">
                      <a:solidFill>
                        <a:schemeClr val="tx1">
                          <a:lumMod val="75000"/>
                          <a:lumOff val="25000"/>
                        </a:schemeClr>
                      </a:solidFill>
                      <a:prstDash val="solid"/>
                    </a:lnB>
                    <a:solidFill>
                      <a:srgbClr val="F2F2F2">
                        <a:alpha val="30196"/>
                      </a:srgbClr>
                    </a:solidFill>
                  </a:tcPr>
                </a:tc>
                <a:tc>
                  <a:txBody>
                    <a:bodyPr/>
                    <a:lstStyle/>
                    <a:p>
                      <a:pPr>
                        <a:buNone/>
                      </a:pPr>
                      <a:r>
                        <a:rPr lang="en-US" sz="1600" cap="none" spc="0" dirty="0">
                          <a:solidFill>
                            <a:schemeClr val="tx1"/>
                          </a:solidFill>
                        </a:rPr>
                        <a:t>0.646 </a:t>
                      </a:r>
                      <a:r>
                        <a:rPr lang="en-US" sz="1600" i="1" cap="none" spc="0" dirty="0">
                          <a:solidFill>
                            <a:schemeClr val="tx1"/>
                          </a:solidFill>
                        </a:rPr>
                        <a:t>(Moderate discrimination)</a:t>
                      </a:r>
                      <a:endParaRPr lang="en-US" sz="1600" cap="none" spc="0" dirty="0">
                        <a:solidFill>
                          <a:schemeClr val="tx1"/>
                        </a:solidFill>
                      </a:endParaRPr>
                    </a:p>
                  </a:txBody>
                  <a:tcPr marL="139740" marR="105661" marT="107492" marB="107492" anchor="ctr">
                    <a:lnL w="6350" cap="flat" cmpd="sng" algn="ctr">
                      <a:solidFill>
                        <a:schemeClr val="tx1">
                          <a:lumMod val="75000"/>
                          <a:lumOff val="25000"/>
                        </a:schemeClr>
                      </a:solidFill>
                      <a:prstDash val="solid"/>
                    </a:lnL>
                    <a:lnR w="38100" cap="flat" cmpd="sng" algn="ctr">
                      <a:noFill/>
                      <a:prstDash val="solid"/>
                    </a:lnR>
                    <a:lnT w="6350" cap="flat" cmpd="sng" algn="ctr">
                      <a:solidFill>
                        <a:schemeClr val="tx1">
                          <a:lumMod val="75000"/>
                          <a:lumOff val="25000"/>
                        </a:schemeClr>
                      </a:solidFill>
                      <a:prstDash val="solid"/>
                    </a:lnT>
                    <a:lnB w="6350" cap="flat" cmpd="sng" algn="ctr">
                      <a:solidFill>
                        <a:schemeClr val="tx1">
                          <a:lumMod val="75000"/>
                          <a:lumOff val="25000"/>
                        </a:schemeClr>
                      </a:solidFill>
                      <a:prstDash val="solid"/>
                    </a:lnB>
                    <a:solidFill>
                      <a:srgbClr val="F2F2F2">
                        <a:alpha val="30196"/>
                      </a:srgbClr>
                    </a:solidFill>
                  </a:tcPr>
                </a:tc>
                <a:extLst>
                  <a:ext uri="{0D108BD9-81ED-4DB2-BD59-A6C34878D82A}">
                    <a16:rowId xmlns:a16="http://schemas.microsoft.com/office/drawing/2014/main" val="839176811"/>
                  </a:ext>
                </a:extLst>
              </a:tr>
              <a:tr h="604240">
                <a:tc>
                  <a:txBody>
                    <a:bodyPr/>
                    <a:lstStyle/>
                    <a:p>
                      <a:pPr>
                        <a:buNone/>
                      </a:pPr>
                      <a:r>
                        <a:rPr lang="en-US" sz="1600" b="1" cap="none" spc="0">
                          <a:solidFill>
                            <a:schemeClr val="tx1"/>
                          </a:solidFill>
                        </a:rPr>
                        <a:t>F-Measure (Weighted Avg.)</a:t>
                      </a:r>
                      <a:endParaRPr lang="en-US" sz="1600" cap="none" spc="0">
                        <a:solidFill>
                          <a:schemeClr val="tx1"/>
                        </a:solidFill>
                      </a:endParaRPr>
                    </a:p>
                  </a:txBody>
                  <a:tcPr marL="139740" marR="105661" marT="107492" marB="107492" anchor="ctr">
                    <a:lnL w="38100" cap="flat" cmpd="sng" algn="ctr">
                      <a:noFill/>
                      <a:prstDash val="solid"/>
                    </a:lnL>
                    <a:lnR w="6350" cap="flat" cmpd="sng" algn="ctr">
                      <a:solidFill>
                        <a:schemeClr val="tx1">
                          <a:lumMod val="75000"/>
                          <a:lumOff val="25000"/>
                        </a:schemeClr>
                      </a:solidFill>
                      <a:prstDash val="solid"/>
                    </a:lnR>
                    <a:lnT w="6350" cap="flat" cmpd="sng" algn="ctr">
                      <a:solidFill>
                        <a:schemeClr val="tx1">
                          <a:lumMod val="75000"/>
                          <a:lumOff val="25000"/>
                        </a:schemeClr>
                      </a:solidFill>
                      <a:prstDash val="solid"/>
                    </a:lnT>
                    <a:lnB w="6350" cap="flat" cmpd="sng" algn="ctr">
                      <a:solidFill>
                        <a:schemeClr val="tx1">
                          <a:lumMod val="75000"/>
                          <a:lumOff val="25000"/>
                        </a:schemeClr>
                      </a:solidFill>
                      <a:prstDash val="solid"/>
                    </a:lnB>
                    <a:solidFill>
                      <a:srgbClr val="F2F2F2">
                        <a:alpha val="30196"/>
                      </a:srgbClr>
                    </a:solidFill>
                  </a:tcPr>
                </a:tc>
                <a:tc>
                  <a:txBody>
                    <a:bodyPr/>
                    <a:lstStyle/>
                    <a:p>
                      <a:pPr>
                        <a:buNone/>
                      </a:pPr>
                      <a:r>
                        <a:rPr lang="en-US" sz="1600" cap="none" spc="0">
                          <a:solidFill>
                            <a:schemeClr val="tx1"/>
                          </a:solidFill>
                        </a:rPr>
                        <a:t>0.656</a:t>
                      </a:r>
                    </a:p>
                  </a:txBody>
                  <a:tcPr marL="139740" marR="105661" marT="107492" marB="107492" anchor="ctr">
                    <a:lnL w="6350" cap="flat" cmpd="sng" algn="ctr">
                      <a:solidFill>
                        <a:schemeClr val="tx1">
                          <a:lumMod val="75000"/>
                          <a:lumOff val="25000"/>
                        </a:schemeClr>
                      </a:solidFill>
                      <a:prstDash val="solid"/>
                    </a:lnL>
                    <a:lnR w="6350" cap="flat" cmpd="sng" algn="ctr">
                      <a:solidFill>
                        <a:schemeClr val="tx1">
                          <a:lumMod val="75000"/>
                          <a:lumOff val="25000"/>
                        </a:schemeClr>
                      </a:solidFill>
                      <a:prstDash val="solid"/>
                    </a:lnR>
                    <a:lnT w="6350" cap="flat" cmpd="sng" algn="ctr">
                      <a:solidFill>
                        <a:schemeClr val="tx1">
                          <a:lumMod val="75000"/>
                          <a:lumOff val="25000"/>
                        </a:schemeClr>
                      </a:solidFill>
                      <a:prstDash val="solid"/>
                    </a:lnT>
                    <a:lnB w="6350" cap="flat" cmpd="sng" algn="ctr">
                      <a:solidFill>
                        <a:schemeClr val="tx1">
                          <a:lumMod val="75000"/>
                          <a:lumOff val="25000"/>
                        </a:schemeClr>
                      </a:solidFill>
                      <a:prstDash val="solid"/>
                    </a:lnB>
                    <a:solidFill>
                      <a:srgbClr val="F2F2F2">
                        <a:alpha val="30196"/>
                      </a:srgbClr>
                    </a:solidFill>
                  </a:tcPr>
                </a:tc>
                <a:tc>
                  <a:txBody>
                    <a:bodyPr/>
                    <a:lstStyle/>
                    <a:p>
                      <a:pPr>
                        <a:buNone/>
                      </a:pPr>
                      <a:r>
                        <a:rPr lang="en-US" sz="1600" cap="none" spc="0">
                          <a:solidFill>
                            <a:schemeClr val="tx1"/>
                          </a:solidFill>
                        </a:rPr>
                        <a:t>0.675</a:t>
                      </a:r>
                    </a:p>
                  </a:txBody>
                  <a:tcPr marL="139740" marR="105661" marT="107492" marB="107492" anchor="ctr">
                    <a:lnL w="6350" cap="flat" cmpd="sng" algn="ctr">
                      <a:solidFill>
                        <a:schemeClr val="tx1">
                          <a:lumMod val="75000"/>
                          <a:lumOff val="25000"/>
                        </a:schemeClr>
                      </a:solidFill>
                      <a:prstDash val="solid"/>
                    </a:lnL>
                    <a:lnR w="38100" cap="flat" cmpd="sng" algn="ctr">
                      <a:noFill/>
                      <a:prstDash val="solid"/>
                    </a:lnR>
                    <a:lnT w="6350" cap="flat" cmpd="sng" algn="ctr">
                      <a:solidFill>
                        <a:schemeClr val="tx1">
                          <a:lumMod val="75000"/>
                          <a:lumOff val="25000"/>
                        </a:schemeClr>
                      </a:solidFill>
                      <a:prstDash val="solid"/>
                    </a:lnT>
                    <a:lnB w="6350" cap="flat" cmpd="sng" algn="ctr">
                      <a:solidFill>
                        <a:schemeClr val="tx1">
                          <a:lumMod val="75000"/>
                          <a:lumOff val="25000"/>
                        </a:schemeClr>
                      </a:solidFill>
                      <a:prstDash val="solid"/>
                    </a:lnB>
                    <a:solidFill>
                      <a:srgbClr val="F2F2F2">
                        <a:alpha val="30196"/>
                      </a:srgbClr>
                    </a:solidFill>
                  </a:tcPr>
                </a:tc>
                <a:extLst>
                  <a:ext uri="{0D108BD9-81ED-4DB2-BD59-A6C34878D82A}">
                    <a16:rowId xmlns:a16="http://schemas.microsoft.com/office/drawing/2014/main" val="464860107"/>
                  </a:ext>
                </a:extLst>
              </a:tr>
              <a:tr h="604240">
                <a:tc>
                  <a:txBody>
                    <a:bodyPr/>
                    <a:lstStyle/>
                    <a:p>
                      <a:pPr>
                        <a:buNone/>
                      </a:pPr>
                      <a:r>
                        <a:rPr lang="en-US" sz="1600" b="1" cap="none" spc="0">
                          <a:solidFill>
                            <a:schemeClr val="tx1"/>
                          </a:solidFill>
                        </a:rPr>
                        <a:t>Best Predicted Class</a:t>
                      </a:r>
                      <a:endParaRPr lang="en-US" sz="1600" cap="none" spc="0">
                        <a:solidFill>
                          <a:schemeClr val="tx1"/>
                        </a:solidFill>
                      </a:endParaRPr>
                    </a:p>
                  </a:txBody>
                  <a:tcPr marL="139740" marR="105661" marT="107492" marB="107492" anchor="ctr">
                    <a:lnL w="38100" cap="flat" cmpd="sng" algn="ctr">
                      <a:noFill/>
                      <a:prstDash val="solid"/>
                    </a:lnL>
                    <a:lnR w="6350" cap="flat" cmpd="sng" algn="ctr">
                      <a:solidFill>
                        <a:schemeClr val="tx1">
                          <a:lumMod val="75000"/>
                          <a:lumOff val="25000"/>
                        </a:schemeClr>
                      </a:solidFill>
                      <a:prstDash val="solid"/>
                    </a:lnR>
                    <a:lnT w="6350" cap="flat" cmpd="sng" algn="ctr">
                      <a:solidFill>
                        <a:schemeClr val="tx1">
                          <a:lumMod val="75000"/>
                          <a:lumOff val="25000"/>
                        </a:schemeClr>
                      </a:solidFill>
                      <a:prstDash val="solid"/>
                    </a:lnT>
                    <a:lnB w="38100" cap="flat" cmpd="sng" algn="ctr">
                      <a:noFill/>
                      <a:prstDash val="solid"/>
                    </a:lnB>
                    <a:solidFill>
                      <a:srgbClr val="F2F2F2">
                        <a:alpha val="30196"/>
                      </a:srgbClr>
                    </a:solidFill>
                  </a:tcPr>
                </a:tc>
                <a:tc>
                  <a:txBody>
                    <a:bodyPr/>
                    <a:lstStyle/>
                    <a:p>
                      <a:pPr>
                        <a:buNone/>
                      </a:pPr>
                      <a:r>
                        <a:rPr lang="en-US" sz="1600" i="1" cap="none" spc="0">
                          <a:solidFill>
                            <a:schemeClr val="tx1"/>
                          </a:solidFill>
                        </a:rPr>
                        <a:t>No-recurrence-events</a:t>
                      </a:r>
                      <a:endParaRPr lang="en-US" sz="1600" cap="none" spc="0">
                        <a:solidFill>
                          <a:schemeClr val="tx1"/>
                        </a:solidFill>
                      </a:endParaRPr>
                    </a:p>
                  </a:txBody>
                  <a:tcPr marL="139740" marR="105661" marT="107492" marB="107492" anchor="ctr">
                    <a:lnL w="6350" cap="flat" cmpd="sng" algn="ctr">
                      <a:solidFill>
                        <a:schemeClr val="tx1">
                          <a:lumMod val="75000"/>
                          <a:lumOff val="25000"/>
                        </a:schemeClr>
                      </a:solidFill>
                      <a:prstDash val="solid"/>
                    </a:lnL>
                    <a:lnR w="6350" cap="flat" cmpd="sng" algn="ctr">
                      <a:solidFill>
                        <a:schemeClr val="tx1">
                          <a:lumMod val="75000"/>
                          <a:lumOff val="25000"/>
                        </a:schemeClr>
                      </a:solidFill>
                      <a:prstDash val="solid"/>
                    </a:lnR>
                    <a:lnT w="6350" cap="flat" cmpd="sng" algn="ctr">
                      <a:solidFill>
                        <a:schemeClr val="tx1">
                          <a:lumMod val="75000"/>
                          <a:lumOff val="25000"/>
                        </a:schemeClr>
                      </a:solidFill>
                      <a:prstDash val="solid"/>
                    </a:lnT>
                    <a:lnB w="38100" cap="flat" cmpd="sng" algn="ctr">
                      <a:noFill/>
                      <a:prstDash val="solid"/>
                    </a:lnB>
                    <a:solidFill>
                      <a:srgbClr val="F2F2F2">
                        <a:alpha val="30196"/>
                      </a:srgbClr>
                    </a:solidFill>
                  </a:tcPr>
                </a:tc>
                <a:tc>
                  <a:txBody>
                    <a:bodyPr/>
                    <a:lstStyle/>
                    <a:p>
                      <a:pPr>
                        <a:buNone/>
                      </a:pPr>
                      <a:r>
                        <a:rPr lang="en-US" sz="1600" i="1" cap="none" spc="0" dirty="0">
                          <a:solidFill>
                            <a:schemeClr val="tx1"/>
                          </a:solidFill>
                        </a:rPr>
                        <a:t>No-recurrence-events</a:t>
                      </a:r>
                      <a:endParaRPr lang="en-US" sz="1600" cap="none" spc="0" dirty="0">
                        <a:solidFill>
                          <a:schemeClr val="tx1"/>
                        </a:solidFill>
                      </a:endParaRPr>
                    </a:p>
                  </a:txBody>
                  <a:tcPr marL="139740" marR="105661" marT="107492" marB="107492" anchor="ctr">
                    <a:lnL w="6350" cap="flat" cmpd="sng" algn="ctr">
                      <a:solidFill>
                        <a:schemeClr val="tx1">
                          <a:lumMod val="75000"/>
                          <a:lumOff val="25000"/>
                        </a:schemeClr>
                      </a:solidFill>
                      <a:prstDash val="solid"/>
                    </a:lnL>
                    <a:lnR w="38100" cap="flat" cmpd="sng" algn="ctr">
                      <a:noFill/>
                      <a:prstDash val="solid"/>
                    </a:lnR>
                    <a:lnT w="6350" cap="flat" cmpd="sng" algn="ctr">
                      <a:solidFill>
                        <a:schemeClr val="tx1">
                          <a:lumMod val="75000"/>
                          <a:lumOff val="25000"/>
                        </a:schemeClr>
                      </a:solidFill>
                      <a:prstDash val="solid"/>
                    </a:lnT>
                    <a:lnB w="38100" cap="flat" cmpd="sng" algn="ctr">
                      <a:noFill/>
                      <a:prstDash val="solid"/>
                    </a:lnB>
                    <a:solidFill>
                      <a:srgbClr val="F2F2F2">
                        <a:alpha val="30196"/>
                      </a:srgbClr>
                    </a:solidFill>
                  </a:tcPr>
                </a:tc>
                <a:extLst>
                  <a:ext uri="{0D108BD9-81ED-4DB2-BD59-A6C34878D82A}">
                    <a16:rowId xmlns:a16="http://schemas.microsoft.com/office/drawing/2014/main" val="1079334566"/>
                  </a:ext>
                </a:extLst>
              </a:tr>
            </a:tbl>
          </a:graphicData>
        </a:graphic>
      </p:graphicFrame>
      <p:sp>
        <p:nvSpPr>
          <p:cNvPr id="6" name="TextBox 5">
            <a:extLst>
              <a:ext uri="{FF2B5EF4-FFF2-40B4-BE49-F238E27FC236}">
                <a16:creationId xmlns:a16="http://schemas.microsoft.com/office/drawing/2014/main" id="{5B562A52-B46E-E13E-3DEF-17375E68F2AE}"/>
              </a:ext>
            </a:extLst>
          </p:cNvPr>
          <p:cNvSpPr txBox="1"/>
          <p:nvPr/>
        </p:nvSpPr>
        <p:spPr>
          <a:xfrm>
            <a:off x="6814161" y="3089545"/>
            <a:ext cx="4396634" cy="646331"/>
          </a:xfrm>
          <a:prstGeom prst="rect">
            <a:avLst/>
          </a:prstGeom>
          <a:noFill/>
        </p:spPr>
        <p:txBody>
          <a:bodyPr wrap="square">
            <a:spAutoFit/>
          </a:bodyPr>
          <a:lstStyle/>
          <a:p>
            <a:r>
              <a:rPr lang="en-US" b="1" dirty="0"/>
              <a:t>Logistic Regression</a:t>
            </a:r>
            <a:r>
              <a:rPr lang="en-US" dirty="0"/>
              <a:t> is preferable when aiming for </a:t>
            </a:r>
            <a:r>
              <a:rPr lang="en-US" b="1" dirty="0"/>
              <a:t>better general classification</a:t>
            </a:r>
            <a:r>
              <a:rPr lang="en-US" dirty="0"/>
              <a:t>.</a:t>
            </a:r>
          </a:p>
        </p:txBody>
      </p:sp>
    </p:spTree>
    <p:extLst>
      <p:ext uri="{BB962C8B-B14F-4D97-AF65-F5344CB8AC3E}">
        <p14:creationId xmlns:p14="http://schemas.microsoft.com/office/powerpoint/2010/main" val="103745829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11896" y="832104"/>
            <a:ext cx="3273552" cy="1947672"/>
          </a:xfrm>
        </p:spPr>
        <p:txBody>
          <a:bodyPr anchor="b">
            <a:normAutofit/>
          </a:bodyPr>
          <a:lstStyle/>
          <a:p>
            <a:r>
              <a:t>Instance-Based Learning (IB1)</a:t>
            </a:r>
          </a:p>
        </p:txBody>
      </p:sp>
      <p:pic>
        <p:nvPicPr>
          <p:cNvPr id="4" name="Picture 3">
            <a:extLst>
              <a:ext uri="{FF2B5EF4-FFF2-40B4-BE49-F238E27FC236}">
                <a16:creationId xmlns:a16="http://schemas.microsoft.com/office/drawing/2014/main" id="{098AAFE8-EFD4-2291-0CE2-F6BC6504659A}"/>
              </a:ext>
            </a:extLst>
          </p:cNvPr>
          <p:cNvPicPr>
            <a:picLocks noChangeAspect="1"/>
          </p:cNvPicPr>
          <p:nvPr/>
        </p:nvPicPr>
        <p:blipFill>
          <a:blip r:embed="rId2"/>
          <a:stretch>
            <a:fillRect/>
          </a:stretch>
        </p:blipFill>
        <p:spPr>
          <a:xfrm>
            <a:off x="0" y="263047"/>
            <a:ext cx="7783999" cy="5899757"/>
          </a:xfrm>
          <a:prstGeom prst="rect">
            <a:avLst/>
          </a:prstGeom>
          <a:noFill/>
        </p:spPr>
      </p:pic>
      <p:sp>
        <p:nvSpPr>
          <p:cNvPr id="3" name="Content Placeholder 2"/>
          <p:cNvSpPr>
            <a:spLocks noGrp="1"/>
          </p:cNvSpPr>
          <p:nvPr>
            <p:ph sz="quarter" idx="14"/>
          </p:nvPr>
        </p:nvSpPr>
        <p:spPr>
          <a:xfrm>
            <a:off x="8311896" y="2852928"/>
            <a:ext cx="3273552" cy="2953512"/>
          </a:xfrm>
        </p:spPr>
        <p:txBody>
          <a:bodyPr>
            <a:normAutofit/>
          </a:bodyPr>
          <a:lstStyle/>
          <a:p>
            <a:pPr>
              <a:defRPr sz="1800">
                <a:solidFill>
                  <a:srgbClr val="000000"/>
                </a:solidFill>
              </a:defRPr>
            </a:pPr>
            <a:r>
              <a:rPr lang="en-US" sz="1800" dirty="0"/>
              <a:t> Dataset: </a:t>
            </a:r>
            <a:r>
              <a:rPr lang="en-US" sz="1800" dirty="0" err="1"/>
              <a:t>IRIS.arff</a:t>
            </a:r>
            <a:endParaRPr lang="en-US" sz="1800" dirty="0"/>
          </a:p>
          <a:p>
            <a:pPr>
              <a:defRPr sz="1800">
                <a:solidFill>
                  <a:srgbClr val="000000"/>
                </a:solidFill>
              </a:defRPr>
            </a:pPr>
            <a:r>
              <a:rPr lang="en-US" sz="1800" dirty="0"/>
              <a:t> Accuracy: 95.3%</a:t>
            </a:r>
          </a:p>
          <a:p>
            <a:pPr>
              <a:defRPr sz="1800">
                <a:solidFill>
                  <a:srgbClr val="000000"/>
                </a:solidFill>
              </a:defRPr>
            </a:pPr>
            <a:r>
              <a:rPr lang="en-US" sz="1800" dirty="0"/>
              <a:t>Perfect for </a:t>
            </a:r>
            <a:r>
              <a:rPr lang="en-US" sz="1800" dirty="0" err="1"/>
              <a:t>Setosa</a:t>
            </a:r>
            <a:r>
              <a:rPr lang="en-US" sz="1800" dirty="0"/>
              <a:t>, minor overlap for others</a:t>
            </a:r>
          </a:p>
          <a:p>
            <a:pPr>
              <a:defRPr sz="1800">
                <a:solidFill>
                  <a:srgbClr val="000000"/>
                </a:solidFill>
              </a:defRPr>
            </a:pPr>
            <a:r>
              <a:rPr lang="en-US" sz="1800" dirty="0"/>
              <a:t>Captures local similarity effectively</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33272" y="347472"/>
            <a:ext cx="9875520" cy="1033272"/>
          </a:xfrm>
        </p:spPr>
        <p:txBody>
          <a:bodyPr anchor="ctr">
            <a:normAutofit/>
          </a:bodyPr>
          <a:lstStyle/>
          <a:p>
            <a:r>
              <a:rPr lang="en-US"/>
              <a:t>Clustering Models</a:t>
            </a:r>
            <a:endParaRPr lang="en-US" dirty="0"/>
          </a:p>
        </p:txBody>
      </p:sp>
      <p:sp>
        <p:nvSpPr>
          <p:cNvPr id="9" name="Content Placeholder 2"/>
          <p:cNvSpPr>
            <a:spLocks noGrp="1"/>
          </p:cNvSpPr>
          <p:nvPr>
            <p:ph idx="1"/>
          </p:nvPr>
        </p:nvSpPr>
        <p:spPr>
          <a:xfrm>
            <a:off x="1033272" y="2203703"/>
            <a:ext cx="4842510" cy="4067623"/>
          </a:xfrm>
        </p:spPr>
        <p:txBody>
          <a:bodyPr anchor="ctr">
            <a:normAutofit/>
          </a:bodyPr>
          <a:lstStyle/>
          <a:p>
            <a:pPr marL="0" indent="0">
              <a:buNone/>
              <a:defRPr sz="1800">
                <a:solidFill>
                  <a:srgbClr val="000000"/>
                </a:solidFill>
              </a:defRPr>
            </a:pPr>
            <a:r>
              <a:rPr lang="en-US" sz="3200" b="1" dirty="0" err="1"/>
              <a:t>SimpleKMeans</a:t>
            </a:r>
            <a:r>
              <a:rPr lang="en-US" sz="3200" b="1" dirty="0"/>
              <a:t> </a:t>
            </a:r>
          </a:p>
          <a:p>
            <a:pPr marL="0" indent="0">
              <a:buNone/>
              <a:defRPr sz="1800">
                <a:solidFill>
                  <a:srgbClr val="000000"/>
                </a:solidFill>
              </a:defRPr>
            </a:pPr>
            <a:r>
              <a:rPr lang="en-US" sz="3200" b="1" dirty="0"/>
              <a:t>Cobweb</a:t>
            </a:r>
          </a:p>
          <a:p>
            <a:pPr marL="0" indent="0">
              <a:buNone/>
              <a:defRPr sz="1800">
                <a:solidFill>
                  <a:srgbClr val="000000"/>
                </a:solidFill>
              </a:defRPr>
            </a:pPr>
            <a:r>
              <a:rPr lang="en-US" sz="3200" b="1" dirty="0"/>
              <a:t>Hierarchical</a:t>
            </a:r>
          </a:p>
        </p:txBody>
      </p:sp>
      <p:sp>
        <p:nvSpPr>
          <p:cNvPr id="4" name="TextBox 3">
            <a:extLst>
              <a:ext uri="{FF2B5EF4-FFF2-40B4-BE49-F238E27FC236}">
                <a16:creationId xmlns:a16="http://schemas.microsoft.com/office/drawing/2014/main" id="{BB9D1D87-C82D-9825-47C4-39E42B716D79}"/>
              </a:ext>
            </a:extLst>
          </p:cNvPr>
          <p:cNvSpPr txBox="1"/>
          <p:nvPr/>
        </p:nvSpPr>
        <p:spPr>
          <a:xfrm>
            <a:off x="7118468" y="2203703"/>
            <a:ext cx="4842510" cy="1352811"/>
          </a:xfrm>
          <a:prstGeom prst="rect">
            <a:avLst/>
          </a:prstGeom>
        </p:spPr>
        <p:txBody>
          <a:bodyPr rtlCol="0" anchor="ctr">
            <a:normAutofit/>
          </a:bodyPr>
          <a:lstStyle/>
          <a:p>
            <a:pPr>
              <a:spcAft>
                <a:spcPts val="600"/>
              </a:spcAft>
            </a:pPr>
            <a:r>
              <a:rPr lang="en-US" b="1" kern="1200" dirty="0"/>
              <a:t>Dataset</a:t>
            </a:r>
            <a:r>
              <a:rPr lang="en-US" b="1" kern="1200"/>
              <a:t>: Iris.arff</a:t>
            </a:r>
            <a:endParaRPr lang="en-US" b="1" kern="12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A3968B-2EA9-9E1C-7CC7-E7B90D37BF3A}"/>
              </a:ext>
            </a:extLst>
          </p:cNvPr>
          <p:cNvSpPr>
            <a:spLocks noGrp="1"/>
          </p:cNvSpPr>
          <p:nvPr>
            <p:ph type="title"/>
          </p:nvPr>
        </p:nvSpPr>
        <p:spPr>
          <a:xfrm>
            <a:off x="8311896" y="832104"/>
            <a:ext cx="3273552" cy="671019"/>
          </a:xfrm>
        </p:spPr>
        <p:txBody>
          <a:bodyPr vert="horz" lIns="91440" tIns="45720" rIns="91440" bIns="45720" rtlCol="0" anchor="b">
            <a:normAutofit fontScale="90000"/>
          </a:bodyPr>
          <a:lstStyle/>
          <a:p>
            <a:r>
              <a:rPr lang="en-US" sz="3000" b="1" kern="1200" dirty="0">
                <a:latin typeface="+mj-lt"/>
                <a:ea typeface="+mj-ea"/>
                <a:cs typeface="+mj-cs"/>
              </a:rPr>
              <a:t>SIMPLEK MEANS</a:t>
            </a:r>
          </a:p>
        </p:txBody>
      </p:sp>
      <p:pic>
        <p:nvPicPr>
          <p:cNvPr id="8" name="officeArt object">
            <a:extLst>
              <a:ext uri="{FF2B5EF4-FFF2-40B4-BE49-F238E27FC236}">
                <a16:creationId xmlns:a16="http://schemas.microsoft.com/office/drawing/2014/main" id="{7BC8BD73-E182-8545-21FA-862699BD797B}"/>
              </a:ext>
            </a:extLst>
          </p:cNvPr>
          <p:cNvPicPr/>
          <p:nvPr/>
        </p:nvPicPr>
        <p:blipFill>
          <a:blip r:embed="rId3"/>
          <a:stretch>
            <a:fillRect/>
          </a:stretch>
        </p:blipFill>
        <p:spPr>
          <a:xfrm>
            <a:off x="0" y="773155"/>
            <a:ext cx="7783999" cy="4864999"/>
          </a:xfrm>
          <a:prstGeom prst="rect">
            <a:avLst/>
          </a:prstGeom>
          <a:noFill/>
          <a:ln w="12700" cap="flat">
            <a:noFill/>
            <a:miter lim="400000"/>
          </a:ln>
          <a:effectLst/>
        </p:spPr>
      </p:pic>
      <p:sp>
        <p:nvSpPr>
          <p:cNvPr id="3" name="Rectangle 1">
            <a:extLst>
              <a:ext uri="{FF2B5EF4-FFF2-40B4-BE49-F238E27FC236}">
                <a16:creationId xmlns:a16="http://schemas.microsoft.com/office/drawing/2014/main" id="{4DA5666D-A553-3D59-D974-DE236C41CAF1}"/>
              </a:ext>
            </a:extLst>
          </p:cNvPr>
          <p:cNvSpPr>
            <a:spLocks noChangeArrowheads="1"/>
          </p:cNvSpPr>
          <p:nvPr/>
        </p:nvSpPr>
        <p:spPr bwMode="auto">
          <a:xfrm>
            <a:off x="8029184" y="1615858"/>
            <a:ext cx="3556264" cy="4190582"/>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Ctr="0" compatLnSpc="1">
            <a:prstTxWarp prst="textNoShape">
              <a:avLst/>
            </a:prstTxWarp>
            <a:normAutofit/>
          </a:bodyPr>
          <a:lstStyle/>
          <a:p>
            <a:pPr marR="0" lvl="0" fontAlgn="base">
              <a:lnSpc>
                <a:spcPct val="110000"/>
              </a:lnSpc>
              <a:spcBef>
                <a:spcPts val="1000"/>
              </a:spcBef>
              <a:spcAft>
                <a:spcPct val="0"/>
              </a:spcAft>
              <a:buClrTx/>
              <a:buSzTx/>
              <a:tabLst/>
            </a:pPr>
            <a:r>
              <a:rPr kumimoji="0" lang="en-US" altLang="en-US" sz="1200" b="1" i="0" u="none" strike="noStrike" cap="none" normalizeH="0" baseline="0" dirty="0">
                <a:ln>
                  <a:noFill/>
                </a:ln>
                <a:effectLst/>
              </a:rPr>
              <a:t>Number of clusters:</a:t>
            </a:r>
            <a:r>
              <a:rPr kumimoji="0" lang="en-US" altLang="en-US" sz="1200" b="0" i="0" u="none" strike="noStrike" cap="none" normalizeH="0" baseline="0" dirty="0">
                <a:ln>
                  <a:noFill/>
                </a:ln>
                <a:effectLst/>
              </a:rPr>
              <a:t> 3 (matching the three Iris species)</a:t>
            </a:r>
          </a:p>
          <a:p>
            <a:pPr marR="0" lvl="0" fontAlgn="base">
              <a:lnSpc>
                <a:spcPct val="110000"/>
              </a:lnSpc>
              <a:spcBef>
                <a:spcPts val="1000"/>
              </a:spcBef>
              <a:spcAft>
                <a:spcPct val="0"/>
              </a:spcAft>
              <a:buClrTx/>
              <a:buSzTx/>
              <a:tabLst/>
            </a:pPr>
            <a:endParaRPr kumimoji="0" lang="en-US" altLang="en-US" sz="1200" b="0" i="0" u="none" strike="noStrike" cap="none" normalizeH="0" baseline="0" dirty="0">
              <a:ln>
                <a:noFill/>
              </a:ln>
              <a:effectLst/>
            </a:endParaRPr>
          </a:p>
          <a:p>
            <a:pPr marR="0" lvl="0" fontAlgn="base">
              <a:lnSpc>
                <a:spcPct val="110000"/>
              </a:lnSpc>
              <a:spcBef>
                <a:spcPts val="1000"/>
              </a:spcBef>
              <a:spcAft>
                <a:spcPct val="0"/>
              </a:spcAft>
              <a:buClrTx/>
              <a:buSzTx/>
              <a:tabLst/>
            </a:pPr>
            <a:r>
              <a:rPr kumimoji="0" lang="en-US" altLang="en-US" sz="1200" b="1" i="0" u="none" strike="noStrike" cap="none" normalizeH="0" baseline="0" dirty="0">
                <a:ln>
                  <a:noFill/>
                </a:ln>
                <a:effectLst/>
              </a:rPr>
              <a:t>Iterations performed:</a:t>
            </a:r>
            <a:r>
              <a:rPr kumimoji="0" lang="en-US" altLang="en-US" sz="1200" b="0" i="0" u="none" strike="noStrike" cap="none" normalizeH="0" baseline="0" dirty="0">
                <a:ln>
                  <a:noFill/>
                </a:ln>
                <a:effectLst/>
              </a:rPr>
              <a:t> 3</a:t>
            </a:r>
          </a:p>
          <a:p>
            <a:pPr marR="0" lvl="0" fontAlgn="base">
              <a:lnSpc>
                <a:spcPct val="110000"/>
              </a:lnSpc>
              <a:spcBef>
                <a:spcPts val="1000"/>
              </a:spcBef>
              <a:spcAft>
                <a:spcPct val="0"/>
              </a:spcAft>
              <a:buClrTx/>
              <a:buSzTx/>
              <a:tabLst/>
            </a:pPr>
            <a:r>
              <a:rPr kumimoji="0" lang="en-US" altLang="en-US" sz="1200" b="1" i="0" u="none" strike="noStrike" cap="none" normalizeH="0" baseline="0" dirty="0">
                <a:ln>
                  <a:noFill/>
                </a:ln>
                <a:effectLst/>
              </a:rPr>
              <a:t>Within-cluster sum of squared errors:</a:t>
            </a:r>
            <a:r>
              <a:rPr kumimoji="0" lang="en-US" altLang="en-US" sz="1200" b="0" i="0" u="none" strike="noStrike" cap="none" normalizeH="0" baseline="0" dirty="0">
                <a:ln>
                  <a:noFill/>
                </a:ln>
                <a:effectLst/>
              </a:rPr>
              <a:t> 7.8175</a:t>
            </a:r>
          </a:p>
          <a:p>
            <a:pPr marR="0" lvl="0" fontAlgn="base">
              <a:lnSpc>
                <a:spcPct val="110000"/>
              </a:lnSpc>
              <a:spcBef>
                <a:spcPts val="1000"/>
              </a:spcBef>
              <a:spcAft>
                <a:spcPct val="0"/>
              </a:spcAft>
              <a:buClrTx/>
              <a:buSzTx/>
              <a:tabLst/>
            </a:pPr>
            <a:endParaRPr kumimoji="0" lang="en-US" altLang="en-US" sz="1200" b="0" i="0" u="none" strike="noStrike" cap="none" normalizeH="0" baseline="0" dirty="0">
              <a:ln>
                <a:noFill/>
              </a:ln>
              <a:effectLst/>
            </a:endParaRPr>
          </a:p>
          <a:p>
            <a:pPr marR="0" lvl="0" fontAlgn="base">
              <a:lnSpc>
                <a:spcPct val="110000"/>
              </a:lnSpc>
              <a:spcBef>
                <a:spcPts val="1000"/>
              </a:spcBef>
              <a:spcAft>
                <a:spcPct val="0"/>
              </a:spcAft>
              <a:buClrTx/>
              <a:buSzTx/>
              <a:tabLst/>
            </a:pPr>
            <a:r>
              <a:rPr kumimoji="0" lang="en-US" altLang="en-US" sz="1200" b="1" i="0" u="none" strike="noStrike" cap="none" normalizeH="0" baseline="0" dirty="0">
                <a:ln>
                  <a:noFill/>
                </a:ln>
                <a:effectLst/>
              </a:rPr>
              <a:t>Key attributes influencing clustering:</a:t>
            </a:r>
            <a:r>
              <a:rPr kumimoji="0" lang="en-US" altLang="en-US" sz="1200" b="0" i="0" u="none" strike="noStrike" cap="none" normalizeH="0" baseline="0" dirty="0">
                <a:ln>
                  <a:noFill/>
                </a:ln>
                <a:effectLst/>
              </a:rPr>
              <a:t> Petal length and petal width</a:t>
            </a:r>
          </a:p>
          <a:p>
            <a:pPr marR="0" lvl="0" fontAlgn="base">
              <a:lnSpc>
                <a:spcPct val="110000"/>
              </a:lnSpc>
              <a:spcBef>
                <a:spcPts val="1000"/>
              </a:spcBef>
              <a:spcAft>
                <a:spcPct val="0"/>
              </a:spcAft>
              <a:buClrTx/>
              <a:buSzTx/>
              <a:tabLst/>
            </a:pPr>
            <a:r>
              <a:rPr kumimoji="0" lang="en-US" altLang="en-US" sz="1200" b="1" i="0" u="none" strike="noStrike" cap="none" normalizeH="0" baseline="0" dirty="0">
                <a:ln>
                  <a:noFill/>
                </a:ln>
                <a:effectLst/>
              </a:rPr>
              <a:t>Cluster centroids</a:t>
            </a:r>
            <a:r>
              <a:rPr kumimoji="0" lang="en-US" altLang="en-US" sz="1200" b="0" i="0" u="none" strike="noStrike" cap="none" normalizeH="0" baseline="0" dirty="0">
                <a:ln>
                  <a:noFill/>
                </a:ln>
                <a:effectLst/>
              </a:rPr>
              <a:t> clearly separate the three species, showing distinct patterns across flower dimensions.</a:t>
            </a:r>
          </a:p>
          <a:p>
            <a:pPr marR="0" lvl="0" fontAlgn="base">
              <a:lnSpc>
                <a:spcPct val="110000"/>
              </a:lnSpc>
              <a:spcBef>
                <a:spcPts val="1000"/>
              </a:spcBef>
              <a:spcAft>
                <a:spcPct val="0"/>
              </a:spcAft>
              <a:buClrTx/>
              <a:buSzTx/>
              <a:tabLst/>
            </a:pPr>
            <a:r>
              <a:rPr kumimoji="0" lang="en-US" altLang="en-US" sz="1200" b="1" i="0" u="none" strike="noStrike" cap="none" normalizeH="0" baseline="0" dirty="0">
                <a:ln>
                  <a:noFill/>
                </a:ln>
                <a:effectLst/>
              </a:rPr>
              <a:t>Observation:</a:t>
            </a:r>
            <a:br>
              <a:rPr kumimoji="0" lang="en-US" altLang="en-US" sz="1200" b="0" i="0" u="none" strike="noStrike" cap="none" normalizeH="0" baseline="0" dirty="0">
                <a:ln>
                  <a:noFill/>
                </a:ln>
                <a:effectLst/>
              </a:rPr>
            </a:br>
            <a:r>
              <a:rPr kumimoji="0" lang="en-US" altLang="en-US" sz="1200" b="0" i="0" u="none" strike="noStrike" cap="none" normalizeH="0" baseline="0" dirty="0">
                <a:ln>
                  <a:noFill/>
                </a:ln>
                <a:effectLst/>
              </a:rPr>
              <a:t>Clustering aligns perfectly with the known species groups — indicating strong natural separability in the Iris dataset</a:t>
            </a:r>
            <a:r>
              <a:rPr kumimoji="0" lang="en-US" altLang="en-US" sz="900" b="0" i="0" u="none" strike="noStrike" cap="none" normalizeH="0" baseline="0" dirty="0">
                <a:ln>
                  <a:noFill/>
                </a:ln>
                <a:effectLst/>
              </a:rPr>
              <a:t>.</a:t>
            </a:r>
          </a:p>
        </p:txBody>
      </p:sp>
    </p:spTree>
    <p:extLst>
      <p:ext uri="{BB962C8B-B14F-4D97-AF65-F5344CB8AC3E}">
        <p14:creationId xmlns:p14="http://schemas.microsoft.com/office/powerpoint/2010/main" val="59829061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AA9EA5C3-8D3C-DFBA-8B80-D85F6BC34D5F}"/>
              </a:ext>
            </a:extLst>
          </p:cNvPr>
          <p:cNvSpPr txBox="1"/>
          <p:nvPr/>
        </p:nvSpPr>
        <p:spPr>
          <a:xfrm>
            <a:off x="6748397" y="188266"/>
            <a:ext cx="4489704" cy="1463040"/>
          </a:xfrm>
          <a:prstGeom prst="rect">
            <a:avLst/>
          </a:prstGeom>
        </p:spPr>
        <p:txBody>
          <a:bodyPr vert="horz" lIns="91440" tIns="45720" rIns="91440" bIns="45720" rtlCol="0" anchor="t">
            <a:normAutofit/>
          </a:bodyPr>
          <a:lstStyle/>
          <a:p>
            <a:pPr>
              <a:lnSpc>
                <a:spcPct val="90000"/>
              </a:lnSpc>
              <a:spcBef>
                <a:spcPct val="0"/>
              </a:spcBef>
              <a:spcAft>
                <a:spcPts val="600"/>
              </a:spcAft>
            </a:pPr>
            <a:r>
              <a:rPr lang="en-US" sz="4000" b="1" kern="1200" cap="all" spc="700" baseline="0" dirty="0">
                <a:latin typeface="+mj-lt"/>
                <a:ea typeface="+mj-ea"/>
                <a:cs typeface="+mj-cs"/>
              </a:rPr>
              <a:t>COBWEB</a:t>
            </a:r>
          </a:p>
        </p:txBody>
      </p:sp>
      <p:pic>
        <p:nvPicPr>
          <p:cNvPr id="4" name="Picture 3" descr="A screenshot of a computer&#10;&#10;AI-generated content may be incorrect.">
            <a:extLst>
              <a:ext uri="{FF2B5EF4-FFF2-40B4-BE49-F238E27FC236}">
                <a16:creationId xmlns:a16="http://schemas.microsoft.com/office/drawing/2014/main" id="{DC147B87-6AE1-6FCC-0887-05C3672A2388}"/>
              </a:ext>
            </a:extLst>
          </p:cNvPr>
          <p:cNvPicPr>
            <a:picLocks noChangeAspect="1"/>
          </p:cNvPicPr>
          <p:nvPr/>
        </p:nvPicPr>
        <p:blipFill>
          <a:blip r:embed="rId2"/>
          <a:srcRect r="52479"/>
          <a:stretch>
            <a:fillRect/>
          </a:stretch>
        </p:blipFill>
        <p:spPr>
          <a:xfrm>
            <a:off x="84103" y="94593"/>
            <a:ext cx="6281908" cy="6001408"/>
          </a:xfrm>
          <a:prstGeom prst="rect">
            <a:avLst/>
          </a:prstGeom>
          <a:noFill/>
        </p:spPr>
      </p:pic>
      <p:sp>
        <p:nvSpPr>
          <p:cNvPr id="3" name="TextBox 2">
            <a:extLst>
              <a:ext uri="{FF2B5EF4-FFF2-40B4-BE49-F238E27FC236}">
                <a16:creationId xmlns:a16="http://schemas.microsoft.com/office/drawing/2014/main" id="{A0490F62-D9D4-066D-62D6-49DFC1473093}"/>
              </a:ext>
            </a:extLst>
          </p:cNvPr>
          <p:cNvSpPr txBox="1"/>
          <p:nvPr/>
        </p:nvSpPr>
        <p:spPr>
          <a:xfrm>
            <a:off x="6554244" y="1823466"/>
            <a:ext cx="5637756" cy="3416320"/>
          </a:xfrm>
          <a:prstGeom prst="rect">
            <a:avLst/>
          </a:prstGeom>
          <a:noFill/>
        </p:spPr>
        <p:txBody>
          <a:bodyPr wrap="square">
            <a:spAutoFit/>
          </a:bodyPr>
          <a:lstStyle/>
          <a:p>
            <a:r>
              <a:rPr lang="en-US" b="1" dirty="0"/>
              <a:t>Number of clusters:</a:t>
            </a:r>
            <a:r>
              <a:rPr lang="en-US" dirty="0"/>
              <a:t> 4</a:t>
            </a:r>
          </a:p>
          <a:p>
            <a:r>
              <a:rPr lang="en-US" b="1" dirty="0"/>
              <a:t>Number of merges:</a:t>
            </a:r>
            <a:r>
              <a:rPr lang="en-US" dirty="0"/>
              <a:t> 2 </a:t>
            </a:r>
          </a:p>
          <a:p>
            <a:r>
              <a:rPr lang="en-US" b="1" dirty="0"/>
              <a:t>Number of splits:</a:t>
            </a:r>
            <a:r>
              <a:rPr lang="en-US" dirty="0"/>
              <a:t> 2</a:t>
            </a:r>
          </a:p>
          <a:p>
            <a:pPr lvl="1"/>
            <a:endParaRPr lang="en-US" dirty="0"/>
          </a:p>
          <a:p>
            <a:r>
              <a:rPr lang="en-US" b="1" dirty="0"/>
              <a:t>Model structure:</a:t>
            </a:r>
            <a:r>
              <a:rPr lang="en-US" dirty="0"/>
              <a:t> Hierarchical clustering with nodes and leaf groupings (node 0 branches into 3 leaves).</a:t>
            </a:r>
          </a:p>
          <a:p>
            <a:endParaRPr lang="en-US" b="1" dirty="0"/>
          </a:p>
          <a:p>
            <a:r>
              <a:rPr lang="en-US" b="1" dirty="0"/>
              <a:t>Observation:</a:t>
            </a:r>
            <a:br>
              <a:rPr lang="en-US" dirty="0"/>
            </a:br>
            <a:r>
              <a:rPr lang="en-US" dirty="0"/>
              <a:t>Cobweb algorithm formed </a:t>
            </a:r>
            <a:r>
              <a:rPr lang="en-US" b="1" dirty="0"/>
              <a:t>hierarchical clusters</a:t>
            </a:r>
            <a:r>
              <a:rPr lang="en-US" dirty="0"/>
              <a:t> that closely align with the three Iris species, showing its ability to </a:t>
            </a:r>
            <a:r>
              <a:rPr lang="en-US" b="1" dirty="0"/>
              <a:t>adaptively organize data</a:t>
            </a:r>
            <a:r>
              <a:rPr lang="en-US" dirty="0"/>
              <a:t> without prior class labels.</a:t>
            </a:r>
          </a:p>
        </p:txBody>
      </p:sp>
    </p:spTree>
    <p:extLst>
      <p:ext uri="{BB962C8B-B14F-4D97-AF65-F5344CB8AC3E}">
        <p14:creationId xmlns:p14="http://schemas.microsoft.com/office/powerpoint/2010/main" val="25301379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C8DC8D-1B10-8CB7-895A-FFA9C8A9DD86}"/>
              </a:ext>
            </a:extLst>
          </p:cNvPr>
          <p:cNvSpPr>
            <a:spLocks noGrp="1"/>
          </p:cNvSpPr>
          <p:nvPr>
            <p:ph type="title"/>
          </p:nvPr>
        </p:nvSpPr>
        <p:spPr>
          <a:xfrm>
            <a:off x="7020910" y="525517"/>
            <a:ext cx="5171090" cy="1952507"/>
          </a:xfrm>
        </p:spPr>
        <p:txBody>
          <a:bodyPr/>
          <a:lstStyle/>
          <a:p>
            <a:r>
              <a:rPr lang="en-US" dirty="0"/>
              <a:t>hierarchical</a:t>
            </a:r>
          </a:p>
        </p:txBody>
      </p:sp>
      <p:pic>
        <p:nvPicPr>
          <p:cNvPr id="5" name="Picture 4" descr="A screenshot of a computer&#10;&#10;AI-generated content may be incorrect.">
            <a:extLst>
              <a:ext uri="{FF2B5EF4-FFF2-40B4-BE49-F238E27FC236}">
                <a16:creationId xmlns:a16="http://schemas.microsoft.com/office/drawing/2014/main" id="{A34F6923-9C04-BFAC-FA08-CF968F382345}"/>
              </a:ext>
            </a:extLst>
          </p:cNvPr>
          <p:cNvPicPr>
            <a:picLocks noChangeAspect="1"/>
          </p:cNvPicPr>
          <p:nvPr/>
        </p:nvPicPr>
        <p:blipFill>
          <a:blip r:embed="rId2"/>
          <a:stretch>
            <a:fillRect/>
          </a:stretch>
        </p:blipFill>
        <p:spPr>
          <a:xfrm>
            <a:off x="328281" y="300595"/>
            <a:ext cx="6429871" cy="5626525"/>
          </a:xfrm>
          <a:prstGeom prst="rect">
            <a:avLst/>
          </a:prstGeom>
          <a:noFill/>
        </p:spPr>
      </p:pic>
      <p:sp>
        <p:nvSpPr>
          <p:cNvPr id="8" name="Rectangle 3">
            <a:extLst>
              <a:ext uri="{FF2B5EF4-FFF2-40B4-BE49-F238E27FC236}">
                <a16:creationId xmlns:a16="http://schemas.microsoft.com/office/drawing/2014/main" id="{0CC4B073-DAF4-A693-F612-9025DA2EFA7C}"/>
              </a:ext>
            </a:extLst>
          </p:cNvPr>
          <p:cNvSpPr>
            <a:spLocks noChangeArrowheads="1"/>
          </p:cNvSpPr>
          <p:nvPr/>
        </p:nvSpPr>
        <p:spPr bwMode="auto">
          <a:xfrm>
            <a:off x="7020910" y="1391598"/>
            <a:ext cx="4741030" cy="48013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1800" b="1" i="0" u="none" strike="noStrike" cap="none" normalizeH="0" baseline="0" dirty="0">
                <a:ln>
                  <a:noFill/>
                </a:ln>
                <a:solidFill>
                  <a:schemeClr val="tx1"/>
                </a:solidFill>
                <a:effectLst/>
                <a:latin typeface="Avenir Next LT Pro Light (Body)"/>
              </a:rPr>
              <a:t>Linkage method:</a:t>
            </a:r>
            <a:r>
              <a:rPr kumimoji="0" lang="en-US" altLang="en-US" sz="1800" b="0" i="0" u="none" strike="noStrike" cap="none" normalizeH="0" baseline="0" dirty="0">
                <a:ln>
                  <a:noFill/>
                </a:ln>
                <a:solidFill>
                  <a:schemeClr val="tx1"/>
                </a:solidFill>
                <a:effectLst/>
                <a:latin typeface="Avenir Next LT Pro Light (Body)"/>
              </a:rPr>
              <a:t> Single linkage (nearest neighbor)</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venir Next LT Pro Light (Body)"/>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1800" b="1" i="0" u="none" strike="noStrike" cap="none" normalizeH="0" baseline="0" dirty="0">
                <a:ln>
                  <a:noFill/>
                </a:ln>
                <a:solidFill>
                  <a:schemeClr val="tx1"/>
                </a:solidFill>
                <a:effectLst/>
                <a:latin typeface="Avenir Next LT Pro Light (Body)"/>
              </a:rPr>
              <a:t>Distance measure:</a:t>
            </a:r>
            <a:r>
              <a:rPr kumimoji="0" lang="en-US" altLang="en-US" sz="1800" b="0" i="0" u="none" strike="noStrike" cap="none" normalizeH="0" baseline="0" dirty="0">
                <a:ln>
                  <a:noFill/>
                </a:ln>
                <a:solidFill>
                  <a:schemeClr val="tx1"/>
                </a:solidFill>
                <a:effectLst/>
                <a:latin typeface="Avenir Next LT Pro Light (Body)"/>
              </a:rPr>
              <a:t> Euclidean distance</a:t>
            </a:r>
          </a:p>
          <a:p>
            <a:pPr marL="0" marR="0" lvl="0" indent="0" algn="l" defTabSz="914400" rtl="0" eaLnBrk="0" fontAlgn="base" latinLnBrk="0" hangingPunct="0">
              <a:lnSpc>
                <a:spcPct val="100000"/>
              </a:lnSpc>
              <a:spcBef>
                <a:spcPct val="0"/>
              </a:spcBef>
              <a:spcAft>
                <a:spcPct val="0"/>
              </a:spcAft>
              <a:buClrTx/>
              <a:buSzTx/>
              <a:tabLst/>
            </a:pPr>
            <a:r>
              <a:rPr kumimoji="0" lang="en-US" altLang="en-US" sz="1800" b="1" i="0" u="none" strike="noStrike" cap="none" normalizeH="0" baseline="0" dirty="0">
                <a:ln>
                  <a:noFill/>
                </a:ln>
                <a:solidFill>
                  <a:schemeClr val="tx1"/>
                </a:solidFill>
                <a:effectLst/>
                <a:latin typeface="Avenir Next LT Pro Light (Body)"/>
              </a:rPr>
              <a:t>Number of clusters formed:</a:t>
            </a:r>
            <a:r>
              <a:rPr kumimoji="0" lang="en-US" altLang="en-US" sz="1800" b="0" i="0" u="none" strike="noStrike" cap="none" normalizeH="0" baseline="0" dirty="0">
                <a:ln>
                  <a:noFill/>
                </a:ln>
                <a:solidFill>
                  <a:schemeClr val="tx1"/>
                </a:solidFill>
                <a:effectLst/>
                <a:latin typeface="Avenir Next LT Pro Light (Body)"/>
              </a:rPr>
              <a:t> 2</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venir Next LT Pro Light (Body)"/>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1800" b="1" i="0" u="none" strike="noStrike" cap="none" normalizeH="0" baseline="0" dirty="0">
                <a:ln>
                  <a:noFill/>
                </a:ln>
                <a:solidFill>
                  <a:schemeClr val="tx1"/>
                </a:solidFill>
                <a:effectLst/>
                <a:latin typeface="Avenir Next LT Pro Light (Body)"/>
              </a:rPr>
              <a:t>Clustered instances:</a:t>
            </a:r>
            <a:endParaRPr kumimoji="0" lang="en-US" altLang="en-US" sz="1800" b="0" i="0" u="none" strike="noStrike" cap="none" normalizeH="0" baseline="0" dirty="0">
              <a:ln>
                <a:noFill/>
              </a:ln>
              <a:solidFill>
                <a:schemeClr val="tx1"/>
              </a:solidFill>
              <a:effectLst/>
              <a:latin typeface="Avenir Next LT Pro Light (Body)"/>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a:ln>
                  <a:noFill/>
                </a:ln>
                <a:solidFill>
                  <a:schemeClr val="tx1"/>
                </a:solidFill>
                <a:effectLst/>
                <a:latin typeface="Avenir Next LT Pro Light (Body)"/>
              </a:rPr>
              <a:t>Cluster 0 → 50 (33%)</a:t>
            </a:r>
          </a:p>
          <a:p>
            <a:pPr marL="0" marR="0" lvl="0" indent="0" algn="l"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a:ln>
                  <a:noFill/>
                </a:ln>
                <a:solidFill>
                  <a:schemeClr val="tx1"/>
                </a:solidFill>
                <a:effectLst/>
                <a:latin typeface="Avenir Next LT Pro Light (Body)"/>
              </a:rPr>
              <a:t>Cluster 1 → 100 (67%)</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venir Next LT Pro Light (Body)"/>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1800" b="1" i="0" u="none" strike="noStrike" cap="none" normalizeH="0" baseline="0" dirty="0">
                <a:ln>
                  <a:noFill/>
                </a:ln>
                <a:solidFill>
                  <a:schemeClr val="tx1"/>
                </a:solidFill>
                <a:effectLst/>
                <a:latin typeface="Avenir Next LT Pro Light (Body)"/>
              </a:rPr>
              <a:t>Observation:</a:t>
            </a:r>
            <a:br>
              <a:rPr kumimoji="0" lang="en-US" altLang="en-US" sz="1800" b="0" i="0" u="none" strike="noStrike" cap="none" normalizeH="0" baseline="0" dirty="0">
                <a:ln>
                  <a:noFill/>
                </a:ln>
                <a:solidFill>
                  <a:schemeClr val="tx1"/>
                </a:solidFill>
                <a:effectLst/>
                <a:latin typeface="Avenir Next LT Pro Light (Body)"/>
              </a:rPr>
            </a:br>
            <a:r>
              <a:rPr kumimoji="0" lang="en-US" altLang="en-US" sz="1800" b="0" i="0" u="none" strike="noStrike" cap="none" normalizeH="0" baseline="0" dirty="0">
                <a:ln>
                  <a:noFill/>
                </a:ln>
                <a:solidFill>
                  <a:schemeClr val="tx1"/>
                </a:solidFill>
                <a:effectLst/>
                <a:latin typeface="Avenir Next LT Pro Light (Body)"/>
              </a:rPr>
              <a:t>The model grouped </a:t>
            </a:r>
            <a:r>
              <a:rPr kumimoji="0" lang="en-US" altLang="en-US" sz="1800" b="1" i="0" u="none" strike="noStrike" cap="none" normalizeH="0" baseline="0" dirty="0">
                <a:ln>
                  <a:noFill/>
                </a:ln>
                <a:solidFill>
                  <a:schemeClr val="tx1"/>
                </a:solidFill>
                <a:effectLst/>
                <a:latin typeface="Avenir Next LT Pro Light (Body)"/>
              </a:rPr>
              <a:t>Iris-</a:t>
            </a:r>
            <a:r>
              <a:rPr kumimoji="0" lang="en-US" altLang="en-US" sz="1800" b="1" i="0" u="none" strike="noStrike" cap="none" normalizeH="0" baseline="0" dirty="0" err="1">
                <a:ln>
                  <a:noFill/>
                </a:ln>
                <a:solidFill>
                  <a:schemeClr val="tx1"/>
                </a:solidFill>
                <a:effectLst/>
                <a:latin typeface="Avenir Next LT Pro Light (Body)"/>
              </a:rPr>
              <a:t>setosa</a:t>
            </a:r>
            <a:r>
              <a:rPr kumimoji="0" lang="en-US" altLang="en-US" sz="1800" b="0" i="0" u="none" strike="noStrike" cap="none" normalizeH="0" baseline="0" dirty="0">
                <a:ln>
                  <a:noFill/>
                </a:ln>
                <a:solidFill>
                  <a:schemeClr val="tx1"/>
                </a:solidFill>
                <a:effectLst/>
                <a:latin typeface="Avenir Next LT Pro Light (Body)"/>
              </a:rPr>
              <a:t> distinctly into one cluster (Cluster 0) and combined </a:t>
            </a:r>
            <a:r>
              <a:rPr kumimoji="0" lang="en-US" altLang="en-US" sz="1800" b="1" i="0" u="none" strike="noStrike" cap="none" normalizeH="0" baseline="0" dirty="0">
                <a:ln>
                  <a:noFill/>
                </a:ln>
                <a:solidFill>
                  <a:schemeClr val="tx1"/>
                </a:solidFill>
                <a:effectLst/>
                <a:latin typeface="Avenir Next LT Pro Light (Body)"/>
              </a:rPr>
              <a:t>Iris-versicolor</a:t>
            </a:r>
            <a:r>
              <a:rPr kumimoji="0" lang="en-US" altLang="en-US" sz="1800" b="0" i="0" u="none" strike="noStrike" cap="none" normalizeH="0" baseline="0" dirty="0">
                <a:ln>
                  <a:noFill/>
                </a:ln>
                <a:solidFill>
                  <a:schemeClr val="tx1"/>
                </a:solidFill>
                <a:effectLst/>
                <a:latin typeface="Avenir Next LT Pro Light (Body)"/>
              </a:rPr>
              <a:t> and </a:t>
            </a:r>
            <a:r>
              <a:rPr kumimoji="0" lang="en-US" altLang="en-US" sz="1800" b="1" i="0" u="none" strike="noStrike" cap="none" normalizeH="0" baseline="0" dirty="0">
                <a:ln>
                  <a:noFill/>
                </a:ln>
                <a:solidFill>
                  <a:schemeClr val="tx1"/>
                </a:solidFill>
                <a:effectLst/>
                <a:latin typeface="Avenir Next LT Pro Light (Body)"/>
              </a:rPr>
              <a:t>Iris-virginica</a:t>
            </a:r>
            <a:r>
              <a:rPr kumimoji="0" lang="en-US" altLang="en-US" sz="1800" b="0" i="0" u="none" strike="noStrike" cap="none" normalizeH="0" baseline="0" dirty="0">
                <a:ln>
                  <a:noFill/>
                </a:ln>
                <a:solidFill>
                  <a:schemeClr val="tx1"/>
                </a:solidFill>
                <a:effectLst/>
                <a:latin typeface="Avenir Next LT Pro Light (Body)"/>
              </a:rPr>
              <a:t> into another (Cluster 1), showing </a:t>
            </a:r>
            <a:r>
              <a:rPr kumimoji="0" lang="en-US" altLang="en-US" sz="1800" b="1" i="0" u="none" strike="noStrike" cap="none" normalizeH="0" baseline="0" dirty="0">
                <a:ln>
                  <a:noFill/>
                </a:ln>
                <a:solidFill>
                  <a:schemeClr val="tx1"/>
                </a:solidFill>
                <a:effectLst/>
                <a:latin typeface="Avenir Next LT Pro Light (Body)"/>
              </a:rPr>
              <a:t>strong separation for </a:t>
            </a:r>
            <a:r>
              <a:rPr kumimoji="0" lang="en-US" altLang="en-US" sz="1800" b="1" i="0" u="none" strike="noStrike" cap="none" normalizeH="0" baseline="0" dirty="0" err="1">
                <a:ln>
                  <a:noFill/>
                </a:ln>
                <a:solidFill>
                  <a:schemeClr val="tx1"/>
                </a:solidFill>
                <a:effectLst/>
                <a:latin typeface="Avenir Next LT Pro Light (Body)"/>
              </a:rPr>
              <a:t>setosa</a:t>
            </a:r>
            <a:r>
              <a:rPr kumimoji="0" lang="en-US" altLang="en-US" sz="1800" b="0" i="0" u="none" strike="noStrike" cap="none" normalizeH="0" baseline="0" dirty="0">
                <a:ln>
                  <a:noFill/>
                </a:ln>
                <a:solidFill>
                  <a:schemeClr val="tx1"/>
                </a:solidFill>
                <a:effectLst/>
                <a:latin typeface="Avenir Next LT Pro Light (Body)"/>
              </a:rPr>
              <a:t> but </a:t>
            </a:r>
            <a:r>
              <a:rPr kumimoji="0" lang="en-US" altLang="en-US" sz="1800" b="1" i="0" u="none" strike="noStrike" cap="none" normalizeH="0" baseline="0" dirty="0">
                <a:ln>
                  <a:noFill/>
                </a:ln>
                <a:solidFill>
                  <a:schemeClr val="tx1"/>
                </a:solidFill>
                <a:effectLst/>
                <a:latin typeface="Avenir Next LT Pro Light (Body)"/>
              </a:rPr>
              <a:t>overlap between the other two species</a:t>
            </a:r>
            <a:r>
              <a:rPr kumimoji="0" lang="en-US" altLang="en-US" sz="1800" b="0" i="0" u="none" strike="noStrike" cap="none" normalizeH="0" baseline="0" dirty="0">
                <a:ln>
                  <a:noFill/>
                </a:ln>
                <a:solidFill>
                  <a:schemeClr val="tx1"/>
                </a:solidFill>
                <a:effectLst/>
                <a:latin typeface="Avenir Next LT Pro Light (Body)"/>
              </a:rPr>
              <a:t>.</a:t>
            </a:r>
          </a:p>
        </p:txBody>
      </p:sp>
    </p:spTree>
    <p:extLst>
      <p:ext uri="{BB962C8B-B14F-4D97-AF65-F5344CB8AC3E}">
        <p14:creationId xmlns:p14="http://schemas.microsoft.com/office/powerpoint/2010/main" val="172644492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820DCD-E92E-7806-1601-39CE74131E9F}"/>
              </a:ext>
            </a:extLst>
          </p:cNvPr>
          <p:cNvSpPr>
            <a:spLocks noGrp="1"/>
          </p:cNvSpPr>
          <p:nvPr>
            <p:ph type="title"/>
          </p:nvPr>
        </p:nvSpPr>
        <p:spPr>
          <a:xfrm>
            <a:off x="1033272" y="347472"/>
            <a:ext cx="9875520" cy="1033272"/>
          </a:xfrm>
        </p:spPr>
        <p:txBody>
          <a:bodyPr anchor="ctr">
            <a:normAutofit/>
          </a:bodyPr>
          <a:lstStyle/>
          <a:p>
            <a:r>
              <a:rPr lang="en-US" dirty="0"/>
              <a:t>ROC COMPARISON</a:t>
            </a:r>
          </a:p>
        </p:txBody>
      </p:sp>
      <p:pic>
        <p:nvPicPr>
          <p:cNvPr id="9" name="Picture 8" descr="A screenshot of a computer&#10;&#10;AI-generated content may be incorrect.">
            <a:extLst>
              <a:ext uri="{FF2B5EF4-FFF2-40B4-BE49-F238E27FC236}">
                <a16:creationId xmlns:a16="http://schemas.microsoft.com/office/drawing/2014/main" id="{BEB6BE58-4FF2-435A-43FE-D27CB538C1E5}"/>
              </a:ext>
            </a:extLst>
          </p:cNvPr>
          <p:cNvPicPr>
            <a:picLocks noChangeAspect="1"/>
          </p:cNvPicPr>
          <p:nvPr/>
        </p:nvPicPr>
        <p:blipFill>
          <a:blip r:embed="rId2"/>
          <a:stretch>
            <a:fillRect/>
          </a:stretch>
        </p:blipFill>
        <p:spPr>
          <a:xfrm>
            <a:off x="282147" y="1842836"/>
            <a:ext cx="3115962" cy="4428490"/>
          </a:xfrm>
          <a:prstGeom prst="rect">
            <a:avLst/>
          </a:prstGeom>
        </p:spPr>
      </p:pic>
      <p:pic>
        <p:nvPicPr>
          <p:cNvPr id="10" name="Picture 9" descr="A screenshot of a computer&#10;&#10;AI-generated content may be incorrect.">
            <a:extLst>
              <a:ext uri="{FF2B5EF4-FFF2-40B4-BE49-F238E27FC236}">
                <a16:creationId xmlns:a16="http://schemas.microsoft.com/office/drawing/2014/main" id="{02ABF316-15B1-E32C-9F9C-4DF4E60330A4}"/>
              </a:ext>
            </a:extLst>
          </p:cNvPr>
          <p:cNvPicPr>
            <a:picLocks noChangeAspect="1"/>
          </p:cNvPicPr>
          <p:nvPr/>
        </p:nvPicPr>
        <p:blipFill>
          <a:blip r:embed="rId3"/>
          <a:stretch>
            <a:fillRect/>
          </a:stretch>
        </p:blipFill>
        <p:spPr>
          <a:xfrm>
            <a:off x="8227541" y="1842836"/>
            <a:ext cx="3338384" cy="4667692"/>
          </a:xfrm>
          <a:prstGeom prst="rect">
            <a:avLst/>
          </a:prstGeom>
        </p:spPr>
      </p:pic>
      <p:pic>
        <p:nvPicPr>
          <p:cNvPr id="12" name="Picture 11">
            <a:extLst>
              <a:ext uri="{FF2B5EF4-FFF2-40B4-BE49-F238E27FC236}">
                <a16:creationId xmlns:a16="http://schemas.microsoft.com/office/drawing/2014/main" id="{7CC8EE57-A9E2-AEEE-59C3-E91859985F9B}"/>
              </a:ext>
            </a:extLst>
          </p:cNvPr>
          <p:cNvPicPr>
            <a:picLocks noChangeAspect="1"/>
          </p:cNvPicPr>
          <p:nvPr/>
        </p:nvPicPr>
        <p:blipFill>
          <a:blip r:embed="rId4"/>
          <a:stretch>
            <a:fillRect/>
          </a:stretch>
        </p:blipFill>
        <p:spPr>
          <a:xfrm>
            <a:off x="3753591" y="1842836"/>
            <a:ext cx="4118468" cy="4471670"/>
          </a:xfrm>
          <a:prstGeom prst="rect">
            <a:avLst/>
          </a:prstGeom>
        </p:spPr>
      </p:pic>
    </p:spTree>
    <p:extLst>
      <p:ext uri="{BB962C8B-B14F-4D97-AF65-F5344CB8AC3E}">
        <p14:creationId xmlns:p14="http://schemas.microsoft.com/office/powerpoint/2010/main" val="249307403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16C1B4-3004-C529-7BF8-4835CE469B9C}"/>
              </a:ext>
            </a:extLst>
          </p:cNvPr>
          <p:cNvSpPr>
            <a:spLocks noGrp="1"/>
          </p:cNvSpPr>
          <p:nvPr>
            <p:ph type="title"/>
          </p:nvPr>
        </p:nvSpPr>
        <p:spPr/>
        <p:txBody>
          <a:bodyPr/>
          <a:lstStyle/>
          <a:p>
            <a:r>
              <a:rPr lang="en-US" dirty="0"/>
              <a:t>ROC SUMMARY</a:t>
            </a:r>
          </a:p>
        </p:txBody>
      </p:sp>
      <p:sp>
        <p:nvSpPr>
          <p:cNvPr id="5" name="TextBox 4">
            <a:extLst>
              <a:ext uri="{FF2B5EF4-FFF2-40B4-BE49-F238E27FC236}">
                <a16:creationId xmlns:a16="http://schemas.microsoft.com/office/drawing/2014/main" id="{821C13D6-A1DC-E2C6-1FA7-C0C04C88EED4}"/>
              </a:ext>
            </a:extLst>
          </p:cNvPr>
          <p:cNvSpPr txBox="1"/>
          <p:nvPr/>
        </p:nvSpPr>
        <p:spPr>
          <a:xfrm>
            <a:off x="1510612" y="2517196"/>
            <a:ext cx="8486003" cy="2193101"/>
          </a:xfrm>
          <a:prstGeom prst="rect">
            <a:avLst/>
          </a:prstGeom>
          <a:noFill/>
        </p:spPr>
        <p:txBody>
          <a:bodyPr wrap="square">
            <a:spAutoFit/>
          </a:bodyPr>
          <a:lstStyle/>
          <a:p>
            <a:pPr marL="0" marR="0">
              <a:lnSpc>
                <a:spcPct val="115000"/>
              </a:lnSpc>
              <a:spcAft>
                <a:spcPts val="800"/>
              </a:spcAft>
              <a:buNone/>
            </a:pPr>
            <a:r>
              <a:rPr lang="en-US" sz="1800" b="1" kern="100" dirty="0" err="1">
                <a:effectLst/>
                <a:latin typeface="Aptos" panose="020B0004020202020204" pitchFamily="34" charset="0"/>
                <a:ea typeface="Aptos" panose="020B0004020202020204" pitchFamily="34" charset="0"/>
                <a:cs typeface="Arial" panose="020B0604020202020204" pitchFamily="34" charset="0"/>
              </a:rPr>
              <a:t>SimpleKMeans</a:t>
            </a:r>
            <a:r>
              <a:rPr lang="en-US" sz="1800" kern="100" dirty="0">
                <a:effectLst/>
                <a:latin typeface="Aptos" panose="020B0004020202020204" pitchFamily="34" charset="0"/>
                <a:ea typeface="Aptos" panose="020B0004020202020204" pitchFamily="34" charset="0"/>
                <a:cs typeface="Arial" panose="020B0604020202020204" pitchFamily="34" charset="0"/>
              </a:rPr>
              <a:t> produced </a:t>
            </a:r>
            <a:r>
              <a:rPr lang="en-US" sz="1800" b="1" kern="100" dirty="0">
                <a:effectLst/>
                <a:latin typeface="Aptos" panose="020B0004020202020204" pitchFamily="34" charset="0"/>
                <a:ea typeface="Aptos" panose="020B0004020202020204" pitchFamily="34" charset="0"/>
                <a:cs typeface="Arial" panose="020B0604020202020204" pitchFamily="34" charset="0"/>
              </a:rPr>
              <a:t>two clean, well-separated clusters</a:t>
            </a:r>
            <a:r>
              <a:rPr lang="en-US" sz="1800" kern="100" dirty="0">
                <a:effectLst/>
                <a:latin typeface="Aptos" panose="020B0004020202020204" pitchFamily="34" charset="0"/>
                <a:ea typeface="Aptos" panose="020B0004020202020204" pitchFamily="34" charset="0"/>
                <a:cs typeface="Arial" panose="020B0604020202020204" pitchFamily="34" charset="0"/>
              </a:rPr>
              <a:t>, effectively distinguishing major Iris groups based on sepal length.</a:t>
            </a:r>
          </a:p>
          <a:p>
            <a:pPr marL="0" marR="0">
              <a:lnSpc>
                <a:spcPct val="115000"/>
              </a:lnSpc>
              <a:spcAft>
                <a:spcPts val="800"/>
              </a:spcAft>
              <a:buNone/>
            </a:pPr>
            <a:r>
              <a:rPr lang="en-US" sz="1800" kern="100" dirty="0">
                <a:effectLst/>
                <a:latin typeface="Aptos" panose="020B0004020202020204" pitchFamily="34" charset="0"/>
                <a:ea typeface="Aptos" panose="020B0004020202020204" pitchFamily="34" charset="0"/>
                <a:cs typeface="Arial" panose="020B0604020202020204" pitchFamily="34" charset="0"/>
              </a:rPr>
              <a:t> </a:t>
            </a:r>
            <a:r>
              <a:rPr lang="en-US" sz="1800" b="1" kern="100" dirty="0">
                <a:effectLst/>
                <a:latin typeface="Aptos" panose="020B0004020202020204" pitchFamily="34" charset="0"/>
                <a:ea typeface="Aptos" panose="020B0004020202020204" pitchFamily="34" charset="0"/>
                <a:cs typeface="Arial" panose="020B0604020202020204" pitchFamily="34" charset="0"/>
              </a:rPr>
              <a:t>Cobweb</a:t>
            </a:r>
            <a:r>
              <a:rPr lang="en-US" sz="1800" kern="100" dirty="0">
                <a:effectLst/>
                <a:latin typeface="Aptos" panose="020B0004020202020204" pitchFamily="34" charset="0"/>
                <a:ea typeface="Aptos" panose="020B0004020202020204" pitchFamily="34" charset="0"/>
                <a:cs typeface="Arial" panose="020B0604020202020204" pitchFamily="34" charset="0"/>
              </a:rPr>
              <a:t> generated </a:t>
            </a:r>
            <a:r>
              <a:rPr lang="en-US" sz="1800" b="1" kern="100" dirty="0">
                <a:effectLst/>
                <a:latin typeface="Aptos" panose="020B0004020202020204" pitchFamily="34" charset="0"/>
                <a:ea typeface="Aptos" panose="020B0004020202020204" pitchFamily="34" charset="0"/>
                <a:cs typeface="Arial" panose="020B0604020202020204" pitchFamily="34" charset="0"/>
              </a:rPr>
              <a:t>four conceptual clusters</a:t>
            </a:r>
            <a:r>
              <a:rPr lang="en-US" sz="1800" kern="100" dirty="0">
                <a:effectLst/>
                <a:latin typeface="Aptos" panose="020B0004020202020204" pitchFamily="34" charset="0"/>
                <a:ea typeface="Aptos" panose="020B0004020202020204" pitchFamily="34" charset="0"/>
                <a:cs typeface="Arial" panose="020B0604020202020204" pitchFamily="34" charset="0"/>
              </a:rPr>
              <a:t>, offering finer granularity but with slight overlap — useful for identifying subtle internal variations.</a:t>
            </a:r>
          </a:p>
          <a:p>
            <a:pPr marL="0" marR="0">
              <a:lnSpc>
                <a:spcPct val="115000"/>
              </a:lnSpc>
              <a:spcAft>
                <a:spcPts val="800"/>
              </a:spcAft>
              <a:buNone/>
            </a:pPr>
            <a:r>
              <a:rPr lang="en-US" sz="1800" b="1" kern="100" dirty="0">
                <a:effectLst/>
                <a:latin typeface="Aptos" panose="020B0004020202020204" pitchFamily="34" charset="0"/>
                <a:ea typeface="Aptos" panose="020B0004020202020204" pitchFamily="34" charset="0"/>
                <a:cs typeface="Arial" panose="020B0604020202020204" pitchFamily="34" charset="0"/>
              </a:rPr>
              <a:t>Hierarchical clustering</a:t>
            </a:r>
            <a:r>
              <a:rPr lang="en-US" sz="1800" kern="100" dirty="0">
                <a:effectLst/>
                <a:latin typeface="Aptos" panose="020B0004020202020204" pitchFamily="34" charset="0"/>
                <a:ea typeface="Aptos" panose="020B0004020202020204" pitchFamily="34" charset="0"/>
                <a:cs typeface="Arial" panose="020B0604020202020204" pitchFamily="34" charset="0"/>
              </a:rPr>
              <a:t> created </a:t>
            </a:r>
            <a:r>
              <a:rPr lang="en-US" sz="1800" b="1" kern="100" dirty="0">
                <a:effectLst/>
                <a:latin typeface="Aptos" panose="020B0004020202020204" pitchFamily="34" charset="0"/>
                <a:ea typeface="Aptos" panose="020B0004020202020204" pitchFamily="34" charset="0"/>
                <a:cs typeface="Arial" panose="020B0604020202020204" pitchFamily="34" charset="0"/>
              </a:rPr>
              <a:t>three levels of grouping</a:t>
            </a:r>
            <a:r>
              <a:rPr lang="en-US" sz="1800" kern="100" dirty="0">
                <a:effectLst/>
                <a:latin typeface="Aptos" panose="020B0004020202020204" pitchFamily="34" charset="0"/>
                <a:ea typeface="Aptos" panose="020B0004020202020204" pitchFamily="34" charset="0"/>
                <a:cs typeface="Arial" panose="020B0604020202020204" pitchFamily="34" charset="0"/>
              </a:rPr>
              <a:t>, visually mapping how clusters merge step-by-step , aligning closely with the three Iris species.</a:t>
            </a:r>
          </a:p>
        </p:txBody>
      </p:sp>
    </p:spTree>
    <p:extLst>
      <p:ext uri="{BB962C8B-B14F-4D97-AF65-F5344CB8AC3E}">
        <p14:creationId xmlns:p14="http://schemas.microsoft.com/office/powerpoint/2010/main" val="130386109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23770" y="300625"/>
            <a:ext cx="6378005" cy="1054440"/>
          </a:xfrm>
        </p:spPr>
        <p:txBody>
          <a:bodyPr anchor="t">
            <a:normAutofit/>
          </a:bodyPr>
          <a:lstStyle/>
          <a:p>
            <a:r>
              <a:rPr lang="en-US" sz="3100" dirty="0"/>
              <a:t>Multi-Instance Learning</a:t>
            </a:r>
          </a:p>
        </p:txBody>
      </p:sp>
      <p:pic>
        <p:nvPicPr>
          <p:cNvPr id="4" name="Picture 3" descr="A screenshot of a computer&#10;&#10;AI-generated content may be incorrect.">
            <a:extLst>
              <a:ext uri="{FF2B5EF4-FFF2-40B4-BE49-F238E27FC236}">
                <a16:creationId xmlns:a16="http://schemas.microsoft.com/office/drawing/2014/main" id="{8798608E-B4C5-15B5-32DE-B6C0513D21C4}"/>
              </a:ext>
            </a:extLst>
          </p:cNvPr>
          <p:cNvPicPr>
            <a:picLocks noChangeAspect="1"/>
          </p:cNvPicPr>
          <p:nvPr/>
        </p:nvPicPr>
        <p:blipFill>
          <a:blip r:embed="rId2"/>
          <a:stretch>
            <a:fillRect/>
          </a:stretch>
        </p:blipFill>
        <p:spPr>
          <a:xfrm>
            <a:off x="390226" y="100208"/>
            <a:ext cx="4770498" cy="6175332"/>
          </a:xfrm>
          <a:prstGeom prst="rect">
            <a:avLst/>
          </a:prstGeom>
          <a:noFill/>
        </p:spPr>
      </p:pic>
      <p:sp>
        <p:nvSpPr>
          <p:cNvPr id="7" name="TextBox 6">
            <a:extLst>
              <a:ext uri="{FF2B5EF4-FFF2-40B4-BE49-F238E27FC236}">
                <a16:creationId xmlns:a16="http://schemas.microsoft.com/office/drawing/2014/main" id="{81D894B0-E87C-79E1-F8BB-9BF8DEFF676B}"/>
              </a:ext>
            </a:extLst>
          </p:cNvPr>
          <p:cNvSpPr txBox="1"/>
          <p:nvPr/>
        </p:nvSpPr>
        <p:spPr>
          <a:xfrm>
            <a:off x="6162807" y="1726780"/>
            <a:ext cx="4636885" cy="523220"/>
          </a:xfrm>
          <a:prstGeom prst="rect">
            <a:avLst/>
          </a:prstGeom>
          <a:noFill/>
        </p:spPr>
        <p:txBody>
          <a:bodyPr wrap="square" rtlCol="0">
            <a:spAutoFit/>
          </a:bodyPr>
          <a:lstStyle/>
          <a:p>
            <a:r>
              <a:rPr lang="en-US" sz="2800" b="1" dirty="0"/>
              <a:t>SIMPLE MI for iris dataset</a:t>
            </a:r>
          </a:p>
        </p:txBody>
      </p:sp>
      <p:sp>
        <p:nvSpPr>
          <p:cNvPr id="3" name="Rectangle 1">
            <a:extLst>
              <a:ext uri="{FF2B5EF4-FFF2-40B4-BE49-F238E27FC236}">
                <a16:creationId xmlns:a16="http://schemas.microsoft.com/office/drawing/2014/main" id="{C49A2675-F888-5667-E4B5-742E75472B96}"/>
              </a:ext>
            </a:extLst>
          </p:cNvPr>
          <p:cNvSpPr>
            <a:spLocks noChangeArrowheads="1"/>
          </p:cNvSpPr>
          <p:nvPr/>
        </p:nvSpPr>
        <p:spPr bwMode="auto">
          <a:xfrm>
            <a:off x="5160724" y="2621715"/>
            <a:ext cx="6641051" cy="3416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1800" b="1" i="0" u="none" strike="noStrike" cap="none" normalizeH="0" baseline="0" dirty="0">
                <a:ln>
                  <a:noFill/>
                </a:ln>
                <a:solidFill>
                  <a:schemeClr val="tx1"/>
                </a:solidFill>
                <a:effectLst/>
                <a:latin typeface="Avenir Next LT Pro Light (Body)"/>
              </a:rPr>
              <a:t>Classifier:</a:t>
            </a:r>
            <a:r>
              <a:rPr kumimoji="0" lang="en-US" altLang="en-US" sz="1800" b="0" i="0" u="none" strike="noStrike" cap="none" normalizeH="0" baseline="0" dirty="0">
                <a:ln>
                  <a:noFill/>
                </a:ln>
                <a:solidFill>
                  <a:schemeClr val="tx1"/>
                </a:solidFill>
                <a:effectLst/>
                <a:latin typeface="Avenir Next LT Pro Light (Body)"/>
              </a:rPr>
              <a:t> ZeroR (predicts majority class only – </a:t>
            </a:r>
            <a:r>
              <a:rPr kumimoji="0" lang="en-US" altLang="en-US" sz="1800" b="0" i="1" u="none" strike="noStrike" cap="none" normalizeH="0" baseline="0" dirty="0">
                <a:ln>
                  <a:noFill/>
                </a:ln>
                <a:solidFill>
                  <a:schemeClr val="tx1"/>
                </a:solidFill>
                <a:effectLst/>
                <a:latin typeface="Avenir Next LT Pro Light (Body)"/>
              </a:rPr>
              <a:t>Iris-</a:t>
            </a:r>
            <a:r>
              <a:rPr kumimoji="0" lang="en-US" altLang="en-US" sz="1800" b="0" i="1" u="none" strike="noStrike" cap="none" normalizeH="0" baseline="0" dirty="0" err="1">
                <a:ln>
                  <a:noFill/>
                </a:ln>
                <a:solidFill>
                  <a:schemeClr val="tx1"/>
                </a:solidFill>
                <a:effectLst/>
                <a:latin typeface="Avenir Next LT Pro Light (Body)"/>
              </a:rPr>
              <a:t>setosa</a:t>
            </a:r>
            <a:r>
              <a:rPr kumimoji="0" lang="en-US" altLang="en-US" sz="1800" b="0" i="0" u="none" strike="noStrike" cap="none" normalizeH="0" baseline="0" dirty="0">
                <a:ln>
                  <a:noFill/>
                </a:ln>
                <a:solidFill>
                  <a:schemeClr val="tx1"/>
                </a:solidFill>
                <a:effectLst/>
                <a:latin typeface="Avenir Next LT Pro Light (Body)"/>
              </a:rPr>
              <a:t>)</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venir Next LT Pro Light (Body)"/>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1800" b="1" i="0" u="none" strike="noStrike" cap="none" normalizeH="0" baseline="0" dirty="0">
                <a:ln>
                  <a:noFill/>
                </a:ln>
                <a:solidFill>
                  <a:schemeClr val="tx1"/>
                </a:solidFill>
                <a:effectLst/>
                <a:latin typeface="Avenir Next LT Pro Light (Body)"/>
              </a:rPr>
              <a:t>Accuracy:</a:t>
            </a:r>
            <a:r>
              <a:rPr kumimoji="0" lang="en-US" altLang="en-US" sz="1800" b="0" i="0" u="none" strike="noStrike" cap="none" normalizeH="0" baseline="0" dirty="0">
                <a:ln>
                  <a:noFill/>
                </a:ln>
                <a:solidFill>
                  <a:schemeClr val="tx1"/>
                </a:solidFill>
                <a:effectLst/>
                <a:latin typeface="Avenir Next LT Pro Light (Body)"/>
              </a:rPr>
              <a:t> 33.33%</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venir Next LT Pro Light (Body)"/>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1800" b="1" i="0" u="none" strike="noStrike" cap="none" normalizeH="0" baseline="0" dirty="0">
                <a:ln>
                  <a:noFill/>
                </a:ln>
                <a:solidFill>
                  <a:schemeClr val="tx1"/>
                </a:solidFill>
                <a:effectLst/>
                <a:latin typeface="Avenir Next LT Pro Light (Body)"/>
              </a:rPr>
              <a:t>Kappa Statistic:</a:t>
            </a:r>
            <a:r>
              <a:rPr kumimoji="0" lang="en-US" altLang="en-US" sz="1800" b="0" i="0" u="none" strike="noStrike" cap="none" normalizeH="0" baseline="0" dirty="0">
                <a:ln>
                  <a:noFill/>
                </a:ln>
                <a:solidFill>
                  <a:schemeClr val="tx1"/>
                </a:solidFill>
                <a:effectLst/>
                <a:latin typeface="Avenir Next LT Pro Light (Body)"/>
              </a:rPr>
              <a:t> 0.0 (no agreement beyond chance)</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venir Next LT Pro Light (Body)"/>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1800" b="1" i="0" u="none" strike="noStrike" cap="none" normalizeH="0" baseline="0" dirty="0">
                <a:ln>
                  <a:noFill/>
                </a:ln>
                <a:solidFill>
                  <a:schemeClr val="tx1"/>
                </a:solidFill>
                <a:effectLst/>
                <a:latin typeface="Avenir Next LT Pro Light (Body)"/>
              </a:rPr>
              <a:t>ROC Area:</a:t>
            </a:r>
            <a:r>
              <a:rPr kumimoji="0" lang="en-US" altLang="en-US" sz="1800" b="0" i="0" u="none" strike="noStrike" cap="none" normalizeH="0" baseline="0" dirty="0">
                <a:ln>
                  <a:noFill/>
                </a:ln>
                <a:solidFill>
                  <a:schemeClr val="tx1"/>
                </a:solidFill>
                <a:effectLst/>
                <a:latin typeface="Avenir Next LT Pro Light (Body)"/>
              </a:rPr>
              <a:t> 0.5 (no discrimination ability)</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venir Next LT Pro Light (Body)"/>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1800" b="1" i="0" u="none" strike="noStrike" cap="none" normalizeH="0" baseline="0" dirty="0">
                <a:ln>
                  <a:noFill/>
                </a:ln>
                <a:solidFill>
                  <a:schemeClr val="tx1"/>
                </a:solidFill>
                <a:effectLst/>
                <a:latin typeface="Avenir Next LT Pro Light (Body)"/>
              </a:rPr>
              <a:t>Observation:</a:t>
            </a:r>
            <a:br>
              <a:rPr kumimoji="0" lang="en-US" altLang="en-US" sz="1800" b="0" i="0" u="none" strike="noStrike" cap="none" normalizeH="0" baseline="0" dirty="0">
                <a:ln>
                  <a:noFill/>
                </a:ln>
                <a:solidFill>
                  <a:schemeClr val="tx1"/>
                </a:solidFill>
                <a:effectLst/>
                <a:latin typeface="Avenir Next LT Pro Light (Body)"/>
              </a:rPr>
            </a:br>
            <a:r>
              <a:rPr kumimoji="0" lang="en-US" altLang="en-US" sz="1800" b="0" i="0" u="none" strike="noStrike" cap="none" normalizeH="0" baseline="0" dirty="0">
                <a:ln>
                  <a:noFill/>
                </a:ln>
                <a:solidFill>
                  <a:schemeClr val="tx1"/>
                </a:solidFill>
                <a:effectLst/>
                <a:latin typeface="Avenir Next LT Pro Light (Body)"/>
              </a:rPr>
              <a:t>The model predicts only the </a:t>
            </a:r>
            <a:r>
              <a:rPr kumimoji="0" lang="en-US" altLang="en-US" sz="1800" b="1" i="0" u="none" strike="noStrike" cap="none" normalizeH="0" baseline="0" dirty="0">
                <a:ln>
                  <a:noFill/>
                </a:ln>
                <a:solidFill>
                  <a:schemeClr val="tx1"/>
                </a:solidFill>
                <a:effectLst/>
                <a:latin typeface="Avenir Next LT Pro Light (Body)"/>
              </a:rPr>
              <a:t>majority class (Iris-</a:t>
            </a:r>
            <a:r>
              <a:rPr kumimoji="0" lang="en-US" altLang="en-US" sz="1800" b="1" i="0" u="none" strike="noStrike" cap="none" normalizeH="0" baseline="0" dirty="0" err="1">
                <a:ln>
                  <a:noFill/>
                </a:ln>
                <a:solidFill>
                  <a:schemeClr val="tx1"/>
                </a:solidFill>
                <a:effectLst/>
                <a:latin typeface="Avenir Next LT Pro Light (Body)"/>
              </a:rPr>
              <a:t>setosa</a:t>
            </a:r>
            <a:r>
              <a:rPr kumimoji="0" lang="en-US" altLang="en-US" sz="1800" b="1" i="0" u="none" strike="noStrike" cap="none" normalizeH="0" baseline="0" dirty="0">
                <a:ln>
                  <a:noFill/>
                </a:ln>
                <a:solidFill>
                  <a:schemeClr val="tx1"/>
                </a:solidFill>
                <a:effectLst/>
                <a:latin typeface="Avenir Next LT Pro Light (Body)"/>
              </a:rPr>
              <a:t>)</a:t>
            </a:r>
            <a:r>
              <a:rPr kumimoji="0" lang="en-US" altLang="en-US" sz="1800" b="0" i="0" u="none" strike="noStrike" cap="none" normalizeH="0" baseline="0" dirty="0">
                <a:ln>
                  <a:noFill/>
                </a:ln>
                <a:solidFill>
                  <a:schemeClr val="tx1"/>
                </a:solidFill>
                <a:effectLst/>
                <a:latin typeface="Avenir Next LT Pro Light (Body)"/>
              </a:rPr>
              <a:t> for all instances, giving </a:t>
            </a:r>
            <a:r>
              <a:rPr kumimoji="0" lang="en-US" altLang="en-US" sz="1800" b="1" i="0" u="none" strike="noStrike" cap="none" normalizeH="0" baseline="0" dirty="0">
                <a:ln>
                  <a:noFill/>
                </a:ln>
                <a:solidFill>
                  <a:schemeClr val="tx1"/>
                </a:solidFill>
                <a:effectLst/>
                <a:latin typeface="Avenir Next LT Pro Light (Body)"/>
              </a:rPr>
              <a:t>poor performance</a:t>
            </a:r>
            <a:r>
              <a:rPr kumimoji="0" lang="en-US" altLang="en-US" sz="1800" b="0" i="0" u="none" strike="noStrike" cap="none" normalizeH="0" baseline="0" dirty="0">
                <a:ln>
                  <a:noFill/>
                </a:ln>
                <a:solidFill>
                  <a:schemeClr val="tx1"/>
                </a:solidFill>
                <a:effectLst/>
                <a:latin typeface="Avenir Next LT Pro Light (Body)"/>
              </a:rPr>
              <a:t>. Serves as a </a:t>
            </a:r>
            <a:r>
              <a:rPr kumimoji="0" lang="en-US" altLang="en-US" sz="1800" b="1" i="0" u="none" strike="noStrike" cap="none" normalizeH="0" baseline="0" dirty="0">
                <a:ln>
                  <a:noFill/>
                </a:ln>
                <a:solidFill>
                  <a:schemeClr val="tx1"/>
                </a:solidFill>
                <a:effectLst/>
                <a:latin typeface="Avenir Next LT Pro Light (Body)"/>
              </a:rPr>
              <a:t>baseline reference</a:t>
            </a:r>
            <a:r>
              <a:rPr kumimoji="0" lang="en-US" altLang="en-US" sz="1800" b="0" i="0" u="none" strike="noStrike" cap="none" normalizeH="0" baseline="0" dirty="0">
                <a:ln>
                  <a:noFill/>
                </a:ln>
                <a:solidFill>
                  <a:schemeClr val="tx1"/>
                </a:solidFill>
                <a:effectLst/>
                <a:latin typeface="Avenir Next LT Pro Light (Body)"/>
              </a:rPr>
              <a:t> for evaluating other classifiers.</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3F60606D-8808-A13A-4A0D-8961EBB9BE02}"/>
              </a:ext>
            </a:extLst>
          </p:cNvPr>
          <p:cNvSpPr>
            <a:spLocks noGrp="1"/>
          </p:cNvSpPr>
          <p:nvPr>
            <p:ph sz="quarter" idx="14"/>
          </p:nvPr>
        </p:nvSpPr>
        <p:spPr>
          <a:xfrm>
            <a:off x="4797469" y="275571"/>
            <a:ext cx="3945698" cy="1014609"/>
          </a:xfrm>
        </p:spPr>
        <p:txBody>
          <a:bodyPr>
            <a:normAutofit/>
          </a:bodyPr>
          <a:lstStyle/>
          <a:p>
            <a:pPr marL="0" indent="0">
              <a:buNone/>
            </a:pPr>
            <a:r>
              <a:rPr lang="en-US" sz="2400" b="1" dirty="0"/>
              <a:t>MI WRAPPER (ZeroR Base) for Iris dataset</a:t>
            </a:r>
          </a:p>
        </p:txBody>
      </p:sp>
      <p:pic>
        <p:nvPicPr>
          <p:cNvPr id="8" name="Content Placeholder 3" descr="A screenshot of a computer&#10;&#10;AI-generated content may be incorrect.">
            <a:extLst>
              <a:ext uri="{FF2B5EF4-FFF2-40B4-BE49-F238E27FC236}">
                <a16:creationId xmlns:a16="http://schemas.microsoft.com/office/drawing/2014/main" id="{86955110-6431-2F15-4885-F231F0B49379}"/>
              </a:ext>
            </a:extLst>
          </p:cNvPr>
          <p:cNvPicPr>
            <a:picLocks noChangeAspect="1"/>
          </p:cNvPicPr>
          <p:nvPr/>
        </p:nvPicPr>
        <p:blipFill>
          <a:blip r:embed="rId2"/>
          <a:stretch>
            <a:fillRect/>
          </a:stretch>
        </p:blipFill>
        <p:spPr>
          <a:xfrm>
            <a:off x="0" y="0"/>
            <a:ext cx="4489704" cy="6338170"/>
          </a:xfrm>
          <a:prstGeom prst="rect">
            <a:avLst/>
          </a:prstGeom>
          <a:noFill/>
        </p:spPr>
      </p:pic>
      <p:sp>
        <p:nvSpPr>
          <p:cNvPr id="9" name="TextBox 8">
            <a:extLst>
              <a:ext uri="{FF2B5EF4-FFF2-40B4-BE49-F238E27FC236}">
                <a16:creationId xmlns:a16="http://schemas.microsoft.com/office/drawing/2014/main" id="{036AAF10-DFB5-7993-0583-E923546735EA}"/>
              </a:ext>
            </a:extLst>
          </p:cNvPr>
          <p:cNvSpPr txBox="1"/>
          <p:nvPr/>
        </p:nvSpPr>
        <p:spPr>
          <a:xfrm>
            <a:off x="4797469" y="1911861"/>
            <a:ext cx="6663846" cy="4247317"/>
          </a:xfrm>
          <a:prstGeom prst="rect">
            <a:avLst/>
          </a:prstGeom>
          <a:noFill/>
        </p:spPr>
        <p:txBody>
          <a:bodyPr wrap="square">
            <a:spAutoFit/>
          </a:bodyPr>
          <a:lstStyle/>
          <a:p>
            <a:r>
              <a:rPr lang="en-US" b="1" dirty="0"/>
              <a:t>Classifier:</a:t>
            </a:r>
            <a:r>
              <a:rPr lang="en-US" dirty="0"/>
              <a:t> </a:t>
            </a:r>
            <a:r>
              <a:rPr lang="en-US" dirty="0" err="1"/>
              <a:t>MIWrapper</a:t>
            </a:r>
            <a:r>
              <a:rPr lang="en-US" dirty="0"/>
              <a:t> using ZeroR as the base learner</a:t>
            </a:r>
          </a:p>
          <a:p>
            <a:endParaRPr lang="en-US" dirty="0"/>
          </a:p>
          <a:p>
            <a:r>
              <a:rPr lang="en-US" b="1" dirty="0"/>
              <a:t>Accuracy:</a:t>
            </a:r>
            <a:r>
              <a:rPr lang="en-US" dirty="0"/>
              <a:t> 33.33%</a:t>
            </a:r>
          </a:p>
          <a:p>
            <a:endParaRPr lang="en-US" dirty="0"/>
          </a:p>
          <a:p>
            <a:r>
              <a:rPr lang="en-US" b="1" dirty="0"/>
              <a:t>Kappa Statistic:</a:t>
            </a:r>
            <a:r>
              <a:rPr lang="en-US" dirty="0"/>
              <a:t> 0.0 (no correlation between prediction and actual class)</a:t>
            </a:r>
          </a:p>
          <a:p>
            <a:endParaRPr lang="en-US" dirty="0"/>
          </a:p>
          <a:p>
            <a:r>
              <a:rPr lang="en-US" b="1" dirty="0"/>
              <a:t>ROC Area:</a:t>
            </a:r>
            <a:r>
              <a:rPr lang="en-US" dirty="0"/>
              <a:t> 0.5 (no discrimination capability)</a:t>
            </a:r>
          </a:p>
          <a:p>
            <a:endParaRPr lang="en-US" dirty="0"/>
          </a:p>
          <a:p>
            <a:r>
              <a:rPr lang="en-US" b="1" dirty="0"/>
              <a:t>Observation:</a:t>
            </a:r>
            <a:br>
              <a:rPr lang="en-US" dirty="0"/>
            </a:br>
            <a:r>
              <a:rPr lang="en-US" dirty="0"/>
              <a:t>Like the </a:t>
            </a:r>
            <a:r>
              <a:rPr lang="en-US" dirty="0" err="1"/>
              <a:t>SimpleMI</a:t>
            </a:r>
            <a:r>
              <a:rPr lang="en-US" dirty="0"/>
              <a:t> model, </a:t>
            </a:r>
            <a:r>
              <a:rPr lang="en-US" dirty="0" err="1"/>
              <a:t>MIWrapper</a:t>
            </a:r>
            <a:r>
              <a:rPr lang="en-US" dirty="0"/>
              <a:t> with ZeroR predicts only the majority class (Iris-</a:t>
            </a:r>
            <a:r>
              <a:rPr lang="en-US" dirty="0" err="1"/>
              <a:t>setosa</a:t>
            </a:r>
            <a:r>
              <a:rPr lang="en-US" dirty="0"/>
              <a:t>).</a:t>
            </a:r>
          </a:p>
          <a:p>
            <a:br>
              <a:rPr lang="en-US" dirty="0"/>
            </a:br>
            <a:r>
              <a:rPr lang="en-US" b="1" dirty="0"/>
              <a:t>Acts as a baseline multi-instance learning model with no meaningful classification power.</a:t>
            </a:r>
          </a:p>
        </p:txBody>
      </p:sp>
    </p:spTree>
    <p:extLst>
      <p:ext uri="{BB962C8B-B14F-4D97-AF65-F5344CB8AC3E}">
        <p14:creationId xmlns:p14="http://schemas.microsoft.com/office/powerpoint/2010/main" val="39158707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A3761F-BB67-176D-59C9-AB6AFD28CB76}"/>
              </a:ext>
            </a:extLst>
          </p:cNvPr>
          <p:cNvSpPr>
            <a:spLocks noGrp="1"/>
          </p:cNvSpPr>
          <p:nvPr>
            <p:ph type="title"/>
          </p:nvPr>
        </p:nvSpPr>
        <p:spPr>
          <a:xfrm>
            <a:off x="133402" y="1049055"/>
            <a:ext cx="3611880" cy="1481203"/>
          </a:xfrm>
        </p:spPr>
        <p:txBody>
          <a:bodyPr anchor="t">
            <a:normAutofit/>
          </a:bodyPr>
          <a:lstStyle/>
          <a:p>
            <a:r>
              <a:rPr lang="en-US" dirty="0"/>
              <a:t>ACCURACY SUMMARY BY DATASETS</a:t>
            </a:r>
          </a:p>
        </p:txBody>
      </p:sp>
      <p:graphicFrame>
        <p:nvGraphicFramePr>
          <p:cNvPr id="7" name="Table 6">
            <a:extLst>
              <a:ext uri="{FF2B5EF4-FFF2-40B4-BE49-F238E27FC236}">
                <a16:creationId xmlns:a16="http://schemas.microsoft.com/office/drawing/2014/main" id="{80248086-C6EB-0AC4-B029-FF7AAA1A7A33}"/>
              </a:ext>
            </a:extLst>
          </p:cNvPr>
          <p:cNvGraphicFramePr>
            <a:graphicFrameLocks noGrp="1"/>
          </p:cNvGraphicFramePr>
          <p:nvPr>
            <p:extLst>
              <p:ext uri="{D42A27DB-BD31-4B8C-83A1-F6EECF244321}">
                <p14:modId xmlns:p14="http://schemas.microsoft.com/office/powerpoint/2010/main" val="983470119"/>
              </p:ext>
            </p:extLst>
          </p:nvPr>
        </p:nvGraphicFramePr>
        <p:xfrm>
          <a:off x="3745282" y="400832"/>
          <a:ext cx="7928976" cy="5849659"/>
        </p:xfrm>
        <a:graphic>
          <a:graphicData uri="http://schemas.openxmlformats.org/drawingml/2006/table">
            <a:tbl>
              <a:tblPr/>
              <a:tblGrid>
                <a:gridCol w="2604236">
                  <a:extLst>
                    <a:ext uri="{9D8B030D-6E8A-4147-A177-3AD203B41FA5}">
                      <a16:colId xmlns:a16="http://schemas.microsoft.com/office/drawing/2014/main" val="2741671890"/>
                    </a:ext>
                  </a:extLst>
                </a:gridCol>
                <a:gridCol w="2604236">
                  <a:extLst>
                    <a:ext uri="{9D8B030D-6E8A-4147-A177-3AD203B41FA5}">
                      <a16:colId xmlns:a16="http://schemas.microsoft.com/office/drawing/2014/main" val="748615861"/>
                    </a:ext>
                  </a:extLst>
                </a:gridCol>
                <a:gridCol w="2720504">
                  <a:extLst>
                    <a:ext uri="{9D8B030D-6E8A-4147-A177-3AD203B41FA5}">
                      <a16:colId xmlns:a16="http://schemas.microsoft.com/office/drawing/2014/main" val="1431471589"/>
                    </a:ext>
                  </a:extLst>
                </a:gridCol>
              </a:tblGrid>
              <a:tr h="369055">
                <a:tc>
                  <a:txBody>
                    <a:bodyPr/>
                    <a:lstStyle/>
                    <a:p>
                      <a:pPr>
                        <a:buNone/>
                      </a:pPr>
                      <a:r>
                        <a:rPr lang="en-US" sz="1600" b="1" dirty="0"/>
                        <a:t>Model</a:t>
                      </a:r>
                      <a:endParaRPr lang="en-US" sz="1600" dirty="0"/>
                    </a:p>
                  </a:txBody>
                  <a:tcPr marL="55362" marR="55362" marT="27682" marB="27682" anchor="ctr">
                    <a:lnL>
                      <a:noFill/>
                    </a:lnL>
                    <a:lnR>
                      <a:noFill/>
                    </a:lnR>
                    <a:lnT>
                      <a:noFill/>
                    </a:lnT>
                    <a:lnB>
                      <a:noFill/>
                    </a:lnB>
                    <a:noFill/>
                  </a:tcPr>
                </a:tc>
                <a:tc>
                  <a:txBody>
                    <a:bodyPr/>
                    <a:lstStyle/>
                    <a:p>
                      <a:pPr>
                        <a:buNone/>
                      </a:pPr>
                      <a:r>
                        <a:rPr lang="en-US" sz="1600" b="1" dirty="0"/>
                        <a:t>Type</a:t>
                      </a:r>
                      <a:endParaRPr lang="en-US" sz="1600" dirty="0"/>
                    </a:p>
                  </a:txBody>
                  <a:tcPr marL="55362" marR="55362" marT="27682" marB="27682" anchor="ctr">
                    <a:lnL>
                      <a:noFill/>
                    </a:lnL>
                    <a:lnR>
                      <a:noFill/>
                    </a:lnR>
                    <a:lnT>
                      <a:noFill/>
                    </a:lnT>
                    <a:lnB>
                      <a:noFill/>
                    </a:lnB>
                    <a:noFill/>
                  </a:tcPr>
                </a:tc>
                <a:tc>
                  <a:txBody>
                    <a:bodyPr/>
                    <a:lstStyle/>
                    <a:p>
                      <a:pPr>
                        <a:buNone/>
                      </a:pPr>
                      <a:r>
                        <a:rPr lang="en-US" sz="1600" b="1" dirty="0"/>
                        <a:t>Accuracy / Key Result</a:t>
                      </a:r>
                      <a:endParaRPr lang="en-US" sz="1600" dirty="0"/>
                    </a:p>
                  </a:txBody>
                  <a:tcPr marL="55362" marR="55362" marT="27682" marB="27682" anchor="ctr">
                    <a:lnL>
                      <a:noFill/>
                    </a:lnL>
                    <a:lnR>
                      <a:noFill/>
                    </a:lnR>
                    <a:lnT>
                      <a:noFill/>
                    </a:lnT>
                    <a:lnB>
                      <a:noFill/>
                    </a:lnB>
                    <a:noFill/>
                  </a:tcPr>
                </a:tc>
                <a:extLst>
                  <a:ext uri="{0D108BD9-81ED-4DB2-BD59-A6C34878D82A}">
                    <a16:rowId xmlns:a16="http://schemas.microsoft.com/office/drawing/2014/main" val="219623771"/>
                  </a:ext>
                </a:extLst>
              </a:tr>
              <a:tr h="608956">
                <a:tc>
                  <a:txBody>
                    <a:bodyPr/>
                    <a:lstStyle/>
                    <a:p>
                      <a:pPr>
                        <a:buNone/>
                      </a:pPr>
                      <a:r>
                        <a:rPr lang="en-US" sz="1400" dirty="0"/>
                        <a:t>Naïve Bayes</a:t>
                      </a:r>
                    </a:p>
                  </a:txBody>
                  <a:tcPr marL="55362" marR="55362" marT="27682" marB="27682" anchor="ctr">
                    <a:lnL>
                      <a:noFill/>
                    </a:lnL>
                    <a:lnR>
                      <a:noFill/>
                    </a:lnR>
                    <a:lnT>
                      <a:noFill/>
                    </a:lnT>
                    <a:lnB>
                      <a:noFill/>
                    </a:lnB>
                    <a:noFill/>
                  </a:tcPr>
                </a:tc>
                <a:tc>
                  <a:txBody>
                    <a:bodyPr/>
                    <a:lstStyle/>
                    <a:p>
                      <a:pPr>
                        <a:buNone/>
                      </a:pPr>
                      <a:r>
                        <a:rPr lang="en-US" sz="1400"/>
                        <a:t>Probabilistic Classifier</a:t>
                      </a:r>
                    </a:p>
                  </a:txBody>
                  <a:tcPr marL="55362" marR="55362" marT="27682" marB="27682" anchor="ctr">
                    <a:lnL>
                      <a:noFill/>
                    </a:lnL>
                    <a:lnR>
                      <a:noFill/>
                    </a:lnR>
                    <a:lnT>
                      <a:noFill/>
                    </a:lnT>
                    <a:lnB>
                      <a:noFill/>
                    </a:lnB>
                    <a:noFill/>
                  </a:tcPr>
                </a:tc>
                <a:tc>
                  <a:txBody>
                    <a:bodyPr/>
                    <a:lstStyle/>
                    <a:p>
                      <a:pPr>
                        <a:buNone/>
                      </a:pPr>
                      <a:r>
                        <a:rPr lang="en-US" sz="1400" b="1" dirty="0"/>
                        <a:t>96.0%</a:t>
                      </a:r>
                      <a:r>
                        <a:rPr lang="en-US" sz="1400" dirty="0"/>
                        <a:t> – Excellent accuracy, perfect </a:t>
                      </a:r>
                      <a:r>
                        <a:rPr lang="en-US" sz="1400" dirty="0" err="1"/>
                        <a:t>Setosa</a:t>
                      </a:r>
                      <a:r>
                        <a:rPr lang="en-US" sz="1400" dirty="0"/>
                        <a:t> separation</a:t>
                      </a:r>
                    </a:p>
                  </a:txBody>
                  <a:tcPr marL="55362" marR="55362" marT="27682" marB="27682" anchor="ctr">
                    <a:lnL>
                      <a:noFill/>
                    </a:lnL>
                    <a:lnR>
                      <a:noFill/>
                    </a:lnR>
                    <a:lnT>
                      <a:noFill/>
                    </a:lnT>
                    <a:lnB>
                      <a:noFill/>
                    </a:lnB>
                    <a:noFill/>
                  </a:tcPr>
                </a:tc>
                <a:extLst>
                  <a:ext uri="{0D108BD9-81ED-4DB2-BD59-A6C34878D82A}">
                    <a16:rowId xmlns:a16="http://schemas.microsoft.com/office/drawing/2014/main" val="578772053"/>
                  </a:ext>
                </a:extLst>
              </a:tr>
              <a:tr h="608956">
                <a:tc>
                  <a:txBody>
                    <a:bodyPr/>
                    <a:lstStyle/>
                    <a:p>
                      <a:pPr>
                        <a:buNone/>
                      </a:pPr>
                      <a:r>
                        <a:rPr lang="en-US" sz="1400"/>
                        <a:t>Naïve Bayes Multinomial</a:t>
                      </a:r>
                    </a:p>
                  </a:txBody>
                  <a:tcPr marL="55362" marR="55362" marT="27682" marB="27682" anchor="ctr">
                    <a:lnL>
                      <a:noFill/>
                    </a:lnL>
                    <a:lnR>
                      <a:noFill/>
                    </a:lnR>
                    <a:lnT>
                      <a:noFill/>
                    </a:lnT>
                    <a:lnB>
                      <a:noFill/>
                    </a:lnB>
                    <a:noFill/>
                  </a:tcPr>
                </a:tc>
                <a:tc>
                  <a:txBody>
                    <a:bodyPr/>
                    <a:lstStyle/>
                    <a:p>
                      <a:pPr>
                        <a:buNone/>
                      </a:pPr>
                      <a:r>
                        <a:rPr lang="en-US" sz="1400" dirty="0"/>
                        <a:t>Probabilistic Classifier</a:t>
                      </a:r>
                    </a:p>
                  </a:txBody>
                  <a:tcPr marL="55362" marR="55362" marT="27682" marB="27682" anchor="ctr">
                    <a:lnL>
                      <a:noFill/>
                    </a:lnL>
                    <a:lnR>
                      <a:noFill/>
                    </a:lnR>
                    <a:lnT>
                      <a:noFill/>
                    </a:lnT>
                    <a:lnB>
                      <a:noFill/>
                    </a:lnB>
                    <a:noFill/>
                  </a:tcPr>
                </a:tc>
                <a:tc>
                  <a:txBody>
                    <a:bodyPr/>
                    <a:lstStyle/>
                    <a:p>
                      <a:pPr>
                        <a:buNone/>
                      </a:pPr>
                      <a:r>
                        <a:rPr lang="en-US" sz="1400" b="1"/>
                        <a:t>95.3%</a:t>
                      </a:r>
                      <a:r>
                        <a:rPr lang="en-US" sz="1400"/>
                        <a:t> – High accuracy, minor overlap</a:t>
                      </a:r>
                    </a:p>
                  </a:txBody>
                  <a:tcPr marL="55362" marR="55362" marT="27682" marB="27682" anchor="ctr">
                    <a:lnL>
                      <a:noFill/>
                    </a:lnL>
                    <a:lnR>
                      <a:noFill/>
                    </a:lnR>
                    <a:lnT>
                      <a:noFill/>
                    </a:lnT>
                    <a:lnB>
                      <a:noFill/>
                    </a:lnB>
                    <a:noFill/>
                  </a:tcPr>
                </a:tc>
                <a:extLst>
                  <a:ext uri="{0D108BD9-81ED-4DB2-BD59-A6C34878D82A}">
                    <a16:rowId xmlns:a16="http://schemas.microsoft.com/office/drawing/2014/main" val="2561589373"/>
                  </a:ext>
                </a:extLst>
              </a:tr>
              <a:tr h="608956">
                <a:tc>
                  <a:txBody>
                    <a:bodyPr/>
                    <a:lstStyle/>
                    <a:p>
                      <a:pPr>
                        <a:buNone/>
                      </a:pPr>
                      <a:r>
                        <a:rPr lang="en-US" sz="1400"/>
                        <a:t>Naïve Bayes Updateable</a:t>
                      </a:r>
                    </a:p>
                  </a:txBody>
                  <a:tcPr marL="55362" marR="55362" marT="27682" marB="27682" anchor="ctr">
                    <a:lnL>
                      <a:noFill/>
                    </a:lnL>
                    <a:lnR>
                      <a:noFill/>
                    </a:lnR>
                    <a:lnT>
                      <a:noFill/>
                    </a:lnT>
                    <a:lnB>
                      <a:noFill/>
                    </a:lnB>
                    <a:noFill/>
                  </a:tcPr>
                </a:tc>
                <a:tc>
                  <a:txBody>
                    <a:bodyPr/>
                    <a:lstStyle/>
                    <a:p>
                      <a:pPr>
                        <a:buNone/>
                      </a:pPr>
                      <a:r>
                        <a:rPr lang="en-US" sz="1400"/>
                        <a:t>Probabilistic Classifier</a:t>
                      </a:r>
                    </a:p>
                  </a:txBody>
                  <a:tcPr marL="55362" marR="55362" marT="27682" marB="27682" anchor="ctr">
                    <a:lnL>
                      <a:noFill/>
                    </a:lnL>
                    <a:lnR>
                      <a:noFill/>
                    </a:lnR>
                    <a:lnT>
                      <a:noFill/>
                    </a:lnT>
                    <a:lnB>
                      <a:noFill/>
                    </a:lnB>
                    <a:noFill/>
                  </a:tcPr>
                </a:tc>
                <a:tc>
                  <a:txBody>
                    <a:bodyPr/>
                    <a:lstStyle/>
                    <a:p>
                      <a:pPr>
                        <a:buNone/>
                      </a:pPr>
                      <a:r>
                        <a:rPr lang="en-US" sz="1400" b="1"/>
                        <a:t>96.0%</a:t>
                      </a:r>
                      <a:r>
                        <a:rPr lang="en-US" sz="1400"/>
                        <a:t> – Matches Naïve Bayes, efficient for streaming</a:t>
                      </a:r>
                    </a:p>
                  </a:txBody>
                  <a:tcPr marL="55362" marR="55362" marT="27682" marB="27682" anchor="ctr">
                    <a:lnL>
                      <a:noFill/>
                    </a:lnL>
                    <a:lnR>
                      <a:noFill/>
                    </a:lnR>
                    <a:lnT>
                      <a:noFill/>
                    </a:lnT>
                    <a:lnB>
                      <a:noFill/>
                    </a:lnB>
                    <a:noFill/>
                  </a:tcPr>
                </a:tc>
                <a:extLst>
                  <a:ext uri="{0D108BD9-81ED-4DB2-BD59-A6C34878D82A}">
                    <a16:rowId xmlns:a16="http://schemas.microsoft.com/office/drawing/2014/main" val="626162913"/>
                  </a:ext>
                </a:extLst>
              </a:tr>
              <a:tr h="608956">
                <a:tc>
                  <a:txBody>
                    <a:bodyPr/>
                    <a:lstStyle/>
                    <a:p>
                      <a:pPr>
                        <a:buNone/>
                      </a:pPr>
                      <a:r>
                        <a:rPr lang="en-US" sz="1400"/>
                        <a:t>OneR</a:t>
                      </a:r>
                    </a:p>
                  </a:txBody>
                  <a:tcPr marL="55362" marR="55362" marT="27682" marB="27682" anchor="ctr">
                    <a:lnL>
                      <a:noFill/>
                    </a:lnL>
                    <a:lnR>
                      <a:noFill/>
                    </a:lnR>
                    <a:lnT>
                      <a:noFill/>
                    </a:lnT>
                    <a:lnB>
                      <a:noFill/>
                    </a:lnB>
                    <a:noFill/>
                  </a:tcPr>
                </a:tc>
                <a:tc>
                  <a:txBody>
                    <a:bodyPr/>
                    <a:lstStyle/>
                    <a:p>
                      <a:pPr>
                        <a:buNone/>
                      </a:pPr>
                      <a:r>
                        <a:rPr lang="en-US" sz="1400"/>
                        <a:t>Rule-Based</a:t>
                      </a:r>
                    </a:p>
                  </a:txBody>
                  <a:tcPr marL="55362" marR="55362" marT="27682" marB="27682" anchor="ctr">
                    <a:lnL>
                      <a:noFill/>
                    </a:lnL>
                    <a:lnR>
                      <a:noFill/>
                    </a:lnR>
                    <a:lnT>
                      <a:noFill/>
                    </a:lnT>
                    <a:lnB>
                      <a:noFill/>
                    </a:lnB>
                    <a:noFill/>
                  </a:tcPr>
                </a:tc>
                <a:tc>
                  <a:txBody>
                    <a:bodyPr/>
                    <a:lstStyle/>
                    <a:p>
                      <a:pPr>
                        <a:buNone/>
                      </a:pPr>
                      <a:r>
                        <a:rPr lang="en-US" sz="1400" b="1" dirty="0"/>
                        <a:t>93.3%</a:t>
                      </a:r>
                      <a:r>
                        <a:rPr lang="en-US" sz="1400" dirty="0"/>
                        <a:t> – Simple single-rule model, strong performance</a:t>
                      </a:r>
                    </a:p>
                  </a:txBody>
                  <a:tcPr marL="55362" marR="55362" marT="27682" marB="27682" anchor="ctr">
                    <a:lnL>
                      <a:noFill/>
                    </a:lnL>
                    <a:lnR>
                      <a:noFill/>
                    </a:lnR>
                    <a:lnT>
                      <a:noFill/>
                    </a:lnT>
                    <a:lnB>
                      <a:noFill/>
                    </a:lnB>
                    <a:noFill/>
                  </a:tcPr>
                </a:tc>
                <a:extLst>
                  <a:ext uri="{0D108BD9-81ED-4DB2-BD59-A6C34878D82A}">
                    <a16:rowId xmlns:a16="http://schemas.microsoft.com/office/drawing/2014/main" val="3155682482"/>
                  </a:ext>
                </a:extLst>
              </a:tr>
              <a:tr h="608956">
                <a:tc>
                  <a:txBody>
                    <a:bodyPr/>
                    <a:lstStyle/>
                    <a:p>
                      <a:pPr>
                        <a:buNone/>
                      </a:pPr>
                      <a:r>
                        <a:rPr lang="en-US" sz="1400" dirty="0"/>
                        <a:t>IB1</a:t>
                      </a:r>
                    </a:p>
                  </a:txBody>
                  <a:tcPr marL="55362" marR="55362" marT="27682" marB="27682" anchor="ctr">
                    <a:lnL>
                      <a:noFill/>
                    </a:lnL>
                    <a:lnR>
                      <a:noFill/>
                    </a:lnR>
                    <a:lnT>
                      <a:noFill/>
                    </a:lnT>
                    <a:lnB>
                      <a:noFill/>
                    </a:lnB>
                    <a:noFill/>
                  </a:tcPr>
                </a:tc>
                <a:tc>
                  <a:txBody>
                    <a:bodyPr/>
                    <a:lstStyle/>
                    <a:p>
                      <a:pPr>
                        <a:buNone/>
                      </a:pPr>
                      <a:r>
                        <a:rPr lang="en-US" sz="1400"/>
                        <a:t>Instance-Based</a:t>
                      </a:r>
                    </a:p>
                  </a:txBody>
                  <a:tcPr marL="55362" marR="55362" marT="27682" marB="27682" anchor="ctr">
                    <a:lnL>
                      <a:noFill/>
                    </a:lnL>
                    <a:lnR>
                      <a:noFill/>
                    </a:lnR>
                    <a:lnT>
                      <a:noFill/>
                    </a:lnT>
                    <a:lnB>
                      <a:noFill/>
                    </a:lnB>
                    <a:noFill/>
                  </a:tcPr>
                </a:tc>
                <a:tc>
                  <a:txBody>
                    <a:bodyPr/>
                    <a:lstStyle/>
                    <a:p>
                      <a:pPr>
                        <a:buNone/>
                      </a:pPr>
                      <a:r>
                        <a:rPr lang="en-US" sz="1400" b="1"/>
                        <a:t>95.3%</a:t>
                      </a:r>
                      <a:r>
                        <a:rPr lang="en-US" sz="1400"/>
                        <a:t> – High accuracy, small misclassification</a:t>
                      </a:r>
                    </a:p>
                  </a:txBody>
                  <a:tcPr marL="55362" marR="55362" marT="27682" marB="27682" anchor="ctr">
                    <a:lnL>
                      <a:noFill/>
                    </a:lnL>
                    <a:lnR>
                      <a:noFill/>
                    </a:lnR>
                    <a:lnT>
                      <a:noFill/>
                    </a:lnT>
                    <a:lnB>
                      <a:noFill/>
                    </a:lnB>
                    <a:noFill/>
                  </a:tcPr>
                </a:tc>
                <a:extLst>
                  <a:ext uri="{0D108BD9-81ED-4DB2-BD59-A6C34878D82A}">
                    <a16:rowId xmlns:a16="http://schemas.microsoft.com/office/drawing/2014/main" val="1715511504"/>
                  </a:ext>
                </a:extLst>
              </a:tr>
              <a:tr h="608956">
                <a:tc>
                  <a:txBody>
                    <a:bodyPr/>
                    <a:lstStyle/>
                    <a:p>
                      <a:pPr>
                        <a:buNone/>
                      </a:pPr>
                      <a:r>
                        <a:rPr lang="en-US" sz="1400"/>
                        <a:t>SimpleMI / MIWrapper</a:t>
                      </a:r>
                    </a:p>
                  </a:txBody>
                  <a:tcPr marL="55362" marR="55362" marT="27682" marB="27682" anchor="ctr">
                    <a:lnL>
                      <a:noFill/>
                    </a:lnL>
                    <a:lnR>
                      <a:noFill/>
                    </a:lnR>
                    <a:lnT>
                      <a:noFill/>
                    </a:lnT>
                    <a:lnB>
                      <a:noFill/>
                    </a:lnB>
                    <a:noFill/>
                  </a:tcPr>
                </a:tc>
                <a:tc>
                  <a:txBody>
                    <a:bodyPr/>
                    <a:lstStyle/>
                    <a:p>
                      <a:pPr>
                        <a:buNone/>
                      </a:pPr>
                      <a:r>
                        <a:rPr lang="en-US" sz="1400"/>
                        <a:t>Multi-Instance</a:t>
                      </a:r>
                    </a:p>
                  </a:txBody>
                  <a:tcPr marL="55362" marR="55362" marT="27682" marB="27682" anchor="ctr">
                    <a:lnL>
                      <a:noFill/>
                    </a:lnL>
                    <a:lnR>
                      <a:noFill/>
                    </a:lnR>
                    <a:lnT>
                      <a:noFill/>
                    </a:lnT>
                    <a:lnB>
                      <a:noFill/>
                    </a:lnB>
                    <a:noFill/>
                  </a:tcPr>
                </a:tc>
                <a:tc>
                  <a:txBody>
                    <a:bodyPr/>
                    <a:lstStyle/>
                    <a:p>
                      <a:pPr>
                        <a:buNone/>
                      </a:pPr>
                      <a:r>
                        <a:rPr lang="en-US" sz="1400" b="1" dirty="0"/>
                        <a:t>33.3%</a:t>
                      </a:r>
                      <a:r>
                        <a:rPr lang="en-US" sz="1400" dirty="0"/>
                        <a:t> – Predicts majority class only (baseline)</a:t>
                      </a:r>
                    </a:p>
                  </a:txBody>
                  <a:tcPr marL="55362" marR="55362" marT="27682" marB="27682" anchor="ctr">
                    <a:lnL>
                      <a:noFill/>
                    </a:lnL>
                    <a:lnR>
                      <a:noFill/>
                    </a:lnR>
                    <a:lnT>
                      <a:noFill/>
                    </a:lnT>
                    <a:lnB>
                      <a:noFill/>
                    </a:lnB>
                    <a:noFill/>
                  </a:tcPr>
                </a:tc>
                <a:extLst>
                  <a:ext uri="{0D108BD9-81ED-4DB2-BD59-A6C34878D82A}">
                    <a16:rowId xmlns:a16="http://schemas.microsoft.com/office/drawing/2014/main" val="3302957985"/>
                  </a:ext>
                </a:extLst>
              </a:tr>
              <a:tr h="608956">
                <a:tc>
                  <a:txBody>
                    <a:bodyPr/>
                    <a:lstStyle/>
                    <a:p>
                      <a:pPr>
                        <a:buNone/>
                      </a:pPr>
                      <a:r>
                        <a:rPr lang="en-US" sz="1400"/>
                        <a:t>SimpleKMeans</a:t>
                      </a:r>
                    </a:p>
                  </a:txBody>
                  <a:tcPr marL="55362" marR="55362" marT="27682" marB="27682" anchor="ctr">
                    <a:lnL>
                      <a:noFill/>
                    </a:lnL>
                    <a:lnR>
                      <a:noFill/>
                    </a:lnR>
                    <a:lnT>
                      <a:noFill/>
                    </a:lnT>
                    <a:lnB>
                      <a:noFill/>
                    </a:lnB>
                    <a:noFill/>
                  </a:tcPr>
                </a:tc>
                <a:tc>
                  <a:txBody>
                    <a:bodyPr/>
                    <a:lstStyle/>
                    <a:p>
                      <a:pPr>
                        <a:buNone/>
                      </a:pPr>
                      <a:r>
                        <a:rPr lang="en-US" sz="1400"/>
                        <a:t>Clustering</a:t>
                      </a:r>
                    </a:p>
                  </a:txBody>
                  <a:tcPr marL="55362" marR="55362" marT="27682" marB="27682" anchor="ctr">
                    <a:lnL>
                      <a:noFill/>
                    </a:lnL>
                    <a:lnR>
                      <a:noFill/>
                    </a:lnR>
                    <a:lnT>
                      <a:noFill/>
                    </a:lnT>
                    <a:lnB>
                      <a:noFill/>
                    </a:lnB>
                    <a:noFill/>
                  </a:tcPr>
                </a:tc>
                <a:tc>
                  <a:txBody>
                    <a:bodyPr/>
                    <a:lstStyle/>
                    <a:p>
                      <a:pPr>
                        <a:buNone/>
                      </a:pPr>
                      <a:r>
                        <a:rPr lang="en-US" sz="1400" dirty="0"/>
                        <a:t>Formed 3 clusters matching species</a:t>
                      </a:r>
                    </a:p>
                  </a:txBody>
                  <a:tcPr marL="55362" marR="55362" marT="27682" marB="27682" anchor="ctr">
                    <a:lnL>
                      <a:noFill/>
                    </a:lnL>
                    <a:lnR>
                      <a:noFill/>
                    </a:lnR>
                    <a:lnT>
                      <a:noFill/>
                    </a:lnT>
                    <a:lnB>
                      <a:noFill/>
                    </a:lnB>
                    <a:noFill/>
                  </a:tcPr>
                </a:tc>
                <a:extLst>
                  <a:ext uri="{0D108BD9-81ED-4DB2-BD59-A6C34878D82A}">
                    <a16:rowId xmlns:a16="http://schemas.microsoft.com/office/drawing/2014/main" val="2904729640"/>
                  </a:ext>
                </a:extLst>
              </a:tr>
              <a:tr h="608956">
                <a:tc>
                  <a:txBody>
                    <a:bodyPr/>
                    <a:lstStyle/>
                    <a:p>
                      <a:pPr>
                        <a:buNone/>
                      </a:pPr>
                      <a:r>
                        <a:rPr lang="en-US" sz="1400"/>
                        <a:t>Cobweb</a:t>
                      </a:r>
                    </a:p>
                  </a:txBody>
                  <a:tcPr marL="55362" marR="55362" marT="27682" marB="27682" anchor="ctr">
                    <a:lnL>
                      <a:noFill/>
                    </a:lnL>
                    <a:lnR>
                      <a:noFill/>
                    </a:lnR>
                    <a:lnT>
                      <a:noFill/>
                    </a:lnT>
                    <a:lnB>
                      <a:noFill/>
                    </a:lnB>
                    <a:noFill/>
                  </a:tcPr>
                </a:tc>
                <a:tc>
                  <a:txBody>
                    <a:bodyPr/>
                    <a:lstStyle/>
                    <a:p>
                      <a:pPr>
                        <a:buNone/>
                      </a:pPr>
                      <a:r>
                        <a:rPr lang="en-US" sz="1400"/>
                        <a:t>Clustering</a:t>
                      </a:r>
                    </a:p>
                  </a:txBody>
                  <a:tcPr marL="55362" marR="55362" marT="27682" marB="27682" anchor="ctr">
                    <a:lnL>
                      <a:noFill/>
                    </a:lnL>
                    <a:lnR>
                      <a:noFill/>
                    </a:lnR>
                    <a:lnT>
                      <a:noFill/>
                    </a:lnT>
                    <a:lnB>
                      <a:noFill/>
                    </a:lnB>
                    <a:noFill/>
                  </a:tcPr>
                </a:tc>
                <a:tc>
                  <a:txBody>
                    <a:bodyPr/>
                    <a:lstStyle/>
                    <a:p>
                      <a:pPr>
                        <a:buNone/>
                      </a:pPr>
                      <a:r>
                        <a:rPr lang="en-US" sz="1400" dirty="0"/>
                        <a:t>Formed 4 adaptive clusters; hierarchical</a:t>
                      </a:r>
                    </a:p>
                  </a:txBody>
                  <a:tcPr marL="55362" marR="55362" marT="27682" marB="27682" anchor="ctr">
                    <a:lnL>
                      <a:noFill/>
                    </a:lnL>
                    <a:lnR>
                      <a:noFill/>
                    </a:lnR>
                    <a:lnT>
                      <a:noFill/>
                    </a:lnT>
                    <a:lnB>
                      <a:noFill/>
                    </a:lnB>
                    <a:noFill/>
                  </a:tcPr>
                </a:tc>
                <a:extLst>
                  <a:ext uri="{0D108BD9-81ED-4DB2-BD59-A6C34878D82A}">
                    <a16:rowId xmlns:a16="http://schemas.microsoft.com/office/drawing/2014/main" val="1746234526"/>
                  </a:ext>
                </a:extLst>
              </a:tr>
              <a:tr h="608956">
                <a:tc>
                  <a:txBody>
                    <a:bodyPr/>
                    <a:lstStyle/>
                    <a:p>
                      <a:pPr>
                        <a:buNone/>
                      </a:pPr>
                      <a:r>
                        <a:rPr lang="en-US" sz="1400"/>
                        <a:t>Hierarchical</a:t>
                      </a:r>
                    </a:p>
                  </a:txBody>
                  <a:tcPr marL="55362" marR="55362" marT="27682" marB="27682" anchor="ctr">
                    <a:lnL>
                      <a:noFill/>
                    </a:lnL>
                    <a:lnR>
                      <a:noFill/>
                    </a:lnR>
                    <a:lnT>
                      <a:noFill/>
                    </a:lnT>
                    <a:lnB>
                      <a:noFill/>
                    </a:lnB>
                    <a:noFill/>
                  </a:tcPr>
                </a:tc>
                <a:tc>
                  <a:txBody>
                    <a:bodyPr/>
                    <a:lstStyle/>
                    <a:p>
                      <a:pPr>
                        <a:buNone/>
                      </a:pPr>
                      <a:r>
                        <a:rPr lang="en-US" sz="1400"/>
                        <a:t>Clustering</a:t>
                      </a:r>
                    </a:p>
                  </a:txBody>
                  <a:tcPr marL="55362" marR="55362" marT="27682" marB="27682" anchor="ctr">
                    <a:lnL>
                      <a:noFill/>
                    </a:lnL>
                    <a:lnR>
                      <a:noFill/>
                    </a:lnR>
                    <a:lnT>
                      <a:noFill/>
                    </a:lnT>
                    <a:lnB>
                      <a:noFill/>
                    </a:lnB>
                    <a:noFill/>
                  </a:tcPr>
                </a:tc>
                <a:tc>
                  <a:txBody>
                    <a:bodyPr/>
                    <a:lstStyle/>
                    <a:p>
                      <a:pPr>
                        <a:buNone/>
                      </a:pPr>
                      <a:r>
                        <a:rPr lang="en-US" sz="1400" dirty="0"/>
                        <a:t>2 clusters; </a:t>
                      </a:r>
                      <a:r>
                        <a:rPr lang="en-US" sz="1400" dirty="0" err="1"/>
                        <a:t>Setosa</a:t>
                      </a:r>
                      <a:r>
                        <a:rPr lang="en-US" sz="1400" dirty="0"/>
                        <a:t> isolated clearly</a:t>
                      </a:r>
                    </a:p>
                  </a:txBody>
                  <a:tcPr marL="55362" marR="55362" marT="27682" marB="27682" anchor="ctr">
                    <a:lnL>
                      <a:noFill/>
                    </a:lnL>
                    <a:lnR>
                      <a:noFill/>
                    </a:lnR>
                    <a:lnT>
                      <a:noFill/>
                    </a:lnT>
                    <a:lnB>
                      <a:noFill/>
                    </a:lnB>
                    <a:noFill/>
                  </a:tcPr>
                </a:tc>
                <a:extLst>
                  <a:ext uri="{0D108BD9-81ED-4DB2-BD59-A6C34878D82A}">
                    <a16:rowId xmlns:a16="http://schemas.microsoft.com/office/drawing/2014/main" val="3838668449"/>
                  </a:ext>
                </a:extLst>
              </a:tr>
            </a:tbl>
          </a:graphicData>
        </a:graphic>
      </p:graphicFrame>
      <p:sp>
        <p:nvSpPr>
          <p:cNvPr id="10" name="TextBox 9">
            <a:extLst>
              <a:ext uri="{FF2B5EF4-FFF2-40B4-BE49-F238E27FC236}">
                <a16:creationId xmlns:a16="http://schemas.microsoft.com/office/drawing/2014/main" id="{94BC7FD3-543A-3692-A723-5B25C85A8012}"/>
              </a:ext>
            </a:extLst>
          </p:cNvPr>
          <p:cNvSpPr txBox="1"/>
          <p:nvPr/>
        </p:nvSpPr>
        <p:spPr>
          <a:xfrm>
            <a:off x="267221" y="3325661"/>
            <a:ext cx="3106455" cy="1569660"/>
          </a:xfrm>
          <a:prstGeom prst="rect">
            <a:avLst/>
          </a:prstGeom>
          <a:noFill/>
        </p:spPr>
        <p:txBody>
          <a:bodyPr wrap="square" rtlCol="0">
            <a:spAutoFit/>
          </a:bodyPr>
          <a:lstStyle/>
          <a:p>
            <a:r>
              <a:rPr lang="en-US" sz="3200" dirty="0"/>
              <a:t>Iris Dataset (Classification &amp; Clustering)</a:t>
            </a:r>
            <a:endParaRPr lang="en-US" sz="3200" b="1" dirty="0"/>
          </a:p>
        </p:txBody>
      </p:sp>
    </p:spTree>
    <p:extLst>
      <p:ext uri="{BB962C8B-B14F-4D97-AF65-F5344CB8AC3E}">
        <p14:creationId xmlns:p14="http://schemas.microsoft.com/office/powerpoint/2010/main" val="22752726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9027CC-4C6C-73D4-E845-EFA01054D93D}"/>
              </a:ext>
            </a:extLst>
          </p:cNvPr>
          <p:cNvSpPr>
            <a:spLocks noGrp="1"/>
          </p:cNvSpPr>
          <p:nvPr>
            <p:ph type="title"/>
          </p:nvPr>
        </p:nvSpPr>
        <p:spPr>
          <a:xfrm>
            <a:off x="1033272" y="347472"/>
            <a:ext cx="9875520" cy="1033272"/>
          </a:xfrm>
        </p:spPr>
        <p:txBody>
          <a:bodyPr anchor="ctr">
            <a:normAutofit fontScale="90000"/>
          </a:bodyPr>
          <a:lstStyle/>
          <a:p>
            <a:r>
              <a:rPr lang="en-US" dirty="0"/>
              <a:t>ACCURACY SUMMARY BY DATASETS</a:t>
            </a:r>
            <a:br>
              <a:rPr lang="en-US" dirty="0"/>
            </a:br>
            <a:r>
              <a:rPr lang="en-US" dirty="0"/>
              <a:t>Iris Dataset (Classification &amp; Clustering)</a:t>
            </a:r>
            <a:br>
              <a:rPr lang="en-US" dirty="0"/>
            </a:br>
            <a:endParaRPr lang="en-US" dirty="0"/>
          </a:p>
        </p:txBody>
      </p:sp>
      <p:graphicFrame>
        <p:nvGraphicFramePr>
          <p:cNvPr id="9" name="Content Placeholder 8">
            <a:extLst>
              <a:ext uri="{FF2B5EF4-FFF2-40B4-BE49-F238E27FC236}">
                <a16:creationId xmlns:a16="http://schemas.microsoft.com/office/drawing/2014/main" id="{3353342A-CFDD-398C-48B4-81AA43DBC7B2}"/>
              </a:ext>
            </a:extLst>
          </p:cNvPr>
          <p:cNvGraphicFramePr>
            <a:graphicFrameLocks noGrp="1"/>
          </p:cNvGraphicFramePr>
          <p:nvPr>
            <p:ph idx="1"/>
            <p:extLst>
              <p:ext uri="{D42A27DB-BD31-4B8C-83A1-F6EECF244321}">
                <p14:modId xmlns:p14="http://schemas.microsoft.com/office/powerpoint/2010/main" val="4043176515"/>
              </p:ext>
            </p:extLst>
          </p:nvPr>
        </p:nvGraphicFramePr>
        <p:xfrm>
          <a:off x="475990" y="2196158"/>
          <a:ext cx="11523945" cy="4285910"/>
        </p:xfrm>
        <a:graphic>
          <a:graphicData uri="http://schemas.openxmlformats.org/drawingml/2006/table">
            <a:tbl>
              <a:tblPr/>
              <a:tblGrid>
                <a:gridCol w="3841315">
                  <a:extLst>
                    <a:ext uri="{9D8B030D-6E8A-4147-A177-3AD203B41FA5}">
                      <a16:colId xmlns:a16="http://schemas.microsoft.com/office/drawing/2014/main" val="1040783350"/>
                    </a:ext>
                  </a:extLst>
                </a:gridCol>
                <a:gridCol w="3841315">
                  <a:extLst>
                    <a:ext uri="{9D8B030D-6E8A-4147-A177-3AD203B41FA5}">
                      <a16:colId xmlns:a16="http://schemas.microsoft.com/office/drawing/2014/main" val="2626350864"/>
                    </a:ext>
                  </a:extLst>
                </a:gridCol>
                <a:gridCol w="3841315">
                  <a:extLst>
                    <a:ext uri="{9D8B030D-6E8A-4147-A177-3AD203B41FA5}">
                      <a16:colId xmlns:a16="http://schemas.microsoft.com/office/drawing/2014/main" val="744039372"/>
                    </a:ext>
                  </a:extLst>
                </a:gridCol>
              </a:tblGrid>
              <a:tr h="242816">
                <a:tc>
                  <a:txBody>
                    <a:bodyPr/>
                    <a:lstStyle/>
                    <a:p>
                      <a:pPr>
                        <a:buNone/>
                      </a:pPr>
                      <a:r>
                        <a:rPr lang="en-US" sz="1400" b="1" dirty="0"/>
                        <a:t>Model</a:t>
                      </a:r>
                      <a:endParaRPr lang="en-US" sz="1400" dirty="0"/>
                    </a:p>
                  </a:txBody>
                  <a:tcPr marL="60704" marR="60704" marT="30352" marB="30352" anchor="ctr">
                    <a:lnL>
                      <a:noFill/>
                    </a:lnL>
                    <a:lnR>
                      <a:noFill/>
                    </a:lnR>
                    <a:lnT>
                      <a:noFill/>
                    </a:lnT>
                    <a:lnB>
                      <a:noFill/>
                    </a:lnB>
                    <a:noFill/>
                  </a:tcPr>
                </a:tc>
                <a:tc>
                  <a:txBody>
                    <a:bodyPr/>
                    <a:lstStyle/>
                    <a:p>
                      <a:pPr>
                        <a:buNone/>
                      </a:pPr>
                      <a:r>
                        <a:rPr lang="en-US" sz="1400" b="1"/>
                        <a:t>Type</a:t>
                      </a:r>
                      <a:endParaRPr lang="en-US" sz="1400"/>
                    </a:p>
                  </a:txBody>
                  <a:tcPr marL="60704" marR="60704" marT="30352" marB="30352" anchor="ctr">
                    <a:lnL>
                      <a:noFill/>
                    </a:lnL>
                    <a:lnR>
                      <a:noFill/>
                    </a:lnR>
                    <a:lnT>
                      <a:noFill/>
                    </a:lnT>
                    <a:lnB>
                      <a:noFill/>
                    </a:lnB>
                    <a:noFill/>
                  </a:tcPr>
                </a:tc>
                <a:tc>
                  <a:txBody>
                    <a:bodyPr/>
                    <a:lstStyle/>
                    <a:p>
                      <a:pPr>
                        <a:buNone/>
                      </a:pPr>
                      <a:r>
                        <a:rPr lang="en-US" sz="1400" b="1"/>
                        <a:t>Accuracy / Key Result</a:t>
                      </a:r>
                      <a:endParaRPr lang="en-US" sz="1400"/>
                    </a:p>
                  </a:txBody>
                  <a:tcPr marL="60704" marR="60704" marT="30352" marB="30352" anchor="ctr">
                    <a:lnL>
                      <a:noFill/>
                    </a:lnL>
                    <a:lnR>
                      <a:noFill/>
                    </a:lnR>
                    <a:lnT>
                      <a:noFill/>
                    </a:lnT>
                    <a:lnB>
                      <a:noFill/>
                    </a:lnB>
                    <a:noFill/>
                  </a:tcPr>
                </a:tc>
                <a:extLst>
                  <a:ext uri="{0D108BD9-81ED-4DB2-BD59-A6C34878D82A}">
                    <a16:rowId xmlns:a16="http://schemas.microsoft.com/office/drawing/2014/main" val="3429318716"/>
                  </a:ext>
                </a:extLst>
              </a:tr>
              <a:tr h="424929">
                <a:tc>
                  <a:txBody>
                    <a:bodyPr/>
                    <a:lstStyle/>
                    <a:p>
                      <a:pPr>
                        <a:buNone/>
                      </a:pPr>
                      <a:r>
                        <a:rPr lang="en-US" sz="1400"/>
                        <a:t>Naïve Bayes</a:t>
                      </a:r>
                    </a:p>
                  </a:txBody>
                  <a:tcPr marL="60704" marR="60704" marT="30352" marB="30352" anchor="ctr">
                    <a:lnL>
                      <a:noFill/>
                    </a:lnL>
                    <a:lnR>
                      <a:noFill/>
                    </a:lnR>
                    <a:lnT>
                      <a:noFill/>
                    </a:lnT>
                    <a:lnB>
                      <a:noFill/>
                    </a:lnB>
                    <a:noFill/>
                  </a:tcPr>
                </a:tc>
                <a:tc>
                  <a:txBody>
                    <a:bodyPr/>
                    <a:lstStyle/>
                    <a:p>
                      <a:pPr>
                        <a:buNone/>
                      </a:pPr>
                      <a:r>
                        <a:rPr lang="en-US" sz="1400"/>
                        <a:t>Probabilistic Classifier</a:t>
                      </a:r>
                    </a:p>
                  </a:txBody>
                  <a:tcPr marL="60704" marR="60704" marT="30352" marB="30352" anchor="ctr">
                    <a:lnL>
                      <a:noFill/>
                    </a:lnL>
                    <a:lnR>
                      <a:noFill/>
                    </a:lnR>
                    <a:lnT>
                      <a:noFill/>
                    </a:lnT>
                    <a:lnB>
                      <a:noFill/>
                    </a:lnB>
                    <a:noFill/>
                  </a:tcPr>
                </a:tc>
                <a:tc>
                  <a:txBody>
                    <a:bodyPr/>
                    <a:lstStyle/>
                    <a:p>
                      <a:pPr>
                        <a:buNone/>
                      </a:pPr>
                      <a:r>
                        <a:rPr lang="en-US" sz="1400" b="1"/>
                        <a:t>96.0%</a:t>
                      </a:r>
                      <a:r>
                        <a:rPr lang="en-US" sz="1400"/>
                        <a:t> – Excellent accuracy, perfect Setosa separation</a:t>
                      </a:r>
                    </a:p>
                  </a:txBody>
                  <a:tcPr marL="60704" marR="60704" marT="30352" marB="30352" anchor="ctr">
                    <a:lnL>
                      <a:noFill/>
                    </a:lnL>
                    <a:lnR>
                      <a:noFill/>
                    </a:lnR>
                    <a:lnT>
                      <a:noFill/>
                    </a:lnT>
                    <a:lnB>
                      <a:noFill/>
                    </a:lnB>
                    <a:noFill/>
                  </a:tcPr>
                </a:tc>
                <a:extLst>
                  <a:ext uri="{0D108BD9-81ED-4DB2-BD59-A6C34878D82A}">
                    <a16:rowId xmlns:a16="http://schemas.microsoft.com/office/drawing/2014/main" val="1904927163"/>
                  </a:ext>
                </a:extLst>
              </a:tr>
              <a:tr h="424929">
                <a:tc>
                  <a:txBody>
                    <a:bodyPr/>
                    <a:lstStyle/>
                    <a:p>
                      <a:pPr>
                        <a:buNone/>
                      </a:pPr>
                      <a:r>
                        <a:rPr lang="en-US" sz="1400"/>
                        <a:t>Naïve Bayes Multinomial</a:t>
                      </a:r>
                    </a:p>
                  </a:txBody>
                  <a:tcPr marL="60704" marR="60704" marT="30352" marB="30352" anchor="ctr">
                    <a:lnL>
                      <a:noFill/>
                    </a:lnL>
                    <a:lnR>
                      <a:noFill/>
                    </a:lnR>
                    <a:lnT>
                      <a:noFill/>
                    </a:lnT>
                    <a:lnB>
                      <a:noFill/>
                    </a:lnB>
                    <a:noFill/>
                  </a:tcPr>
                </a:tc>
                <a:tc>
                  <a:txBody>
                    <a:bodyPr/>
                    <a:lstStyle/>
                    <a:p>
                      <a:pPr>
                        <a:buNone/>
                      </a:pPr>
                      <a:r>
                        <a:rPr lang="en-US" sz="1400"/>
                        <a:t>Probabilistic Classifier</a:t>
                      </a:r>
                    </a:p>
                  </a:txBody>
                  <a:tcPr marL="60704" marR="60704" marT="30352" marB="30352" anchor="ctr">
                    <a:lnL>
                      <a:noFill/>
                    </a:lnL>
                    <a:lnR>
                      <a:noFill/>
                    </a:lnR>
                    <a:lnT>
                      <a:noFill/>
                    </a:lnT>
                    <a:lnB>
                      <a:noFill/>
                    </a:lnB>
                    <a:noFill/>
                  </a:tcPr>
                </a:tc>
                <a:tc>
                  <a:txBody>
                    <a:bodyPr/>
                    <a:lstStyle/>
                    <a:p>
                      <a:pPr>
                        <a:buNone/>
                      </a:pPr>
                      <a:r>
                        <a:rPr lang="en-US" sz="1400" b="1" dirty="0"/>
                        <a:t>95.3%</a:t>
                      </a:r>
                      <a:r>
                        <a:rPr lang="en-US" sz="1400" dirty="0"/>
                        <a:t> – High accuracy, minor overlap</a:t>
                      </a:r>
                    </a:p>
                  </a:txBody>
                  <a:tcPr marL="60704" marR="60704" marT="30352" marB="30352" anchor="ctr">
                    <a:lnL>
                      <a:noFill/>
                    </a:lnL>
                    <a:lnR>
                      <a:noFill/>
                    </a:lnR>
                    <a:lnT>
                      <a:noFill/>
                    </a:lnT>
                    <a:lnB>
                      <a:noFill/>
                    </a:lnB>
                    <a:noFill/>
                  </a:tcPr>
                </a:tc>
                <a:extLst>
                  <a:ext uri="{0D108BD9-81ED-4DB2-BD59-A6C34878D82A}">
                    <a16:rowId xmlns:a16="http://schemas.microsoft.com/office/drawing/2014/main" val="3113382037"/>
                  </a:ext>
                </a:extLst>
              </a:tr>
              <a:tr h="424929">
                <a:tc>
                  <a:txBody>
                    <a:bodyPr/>
                    <a:lstStyle/>
                    <a:p>
                      <a:pPr>
                        <a:buNone/>
                      </a:pPr>
                      <a:r>
                        <a:rPr lang="en-US" sz="1400"/>
                        <a:t>Naïve Bayes Updateable</a:t>
                      </a:r>
                    </a:p>
                  </a:txBody>
                  <a:tcPr marL="60704" marR="60704" marT="30352" marB="30352" anchor="ctr">
                    <a:lnL>
                      <a:noFill/>
                    </a:lnL>
                    <a:lnR>
                      <a:noFill/>
                    </a:lnR>
                    <a:lnT>
                      <a:noFill/>
                    </a:lnT>
                    <a:lnB>
                      <a:noFill/>
                    </a:lnB>
                    <a:noFill/>
                  </a:tcPr>
                </a:tc>
                <a:tc>
                  <a:txBody>
                    <a:bodyPr/>
                    <a:lstStyle/>
                    <a:p>
                      <a:pPr>
                        <a:buNone/>
                      </a:pPr>
                      <a:r>
                        <a:rPr lang="en-US" sz="1400" dirty="0"/>
                        <a:t>Probabilistic Classifier</a:t>
                      </a:r>
                    </a:p>
                  </a:txBody>
                  <a:tcPr marL="60704" marR="60704" marT="30352" marB="30352" anchor="ctr">
                    <a:lnL>
                      <a:noFill/>
                    </a:lnL>
                    <a:lnR>
                      <a:noFill/>
                    </a:lnR>
                    <a:lnT>
                      <a:noFill/>
                    </a:lnT>
                    <a:lnB>
                      <a:noFill/>
                    </a:lnB>
                    <a:noFill/>
                  </a:tcPr>
                </a:tc>
                <a:tc>
                  <a:txBody>
                    <a:bodyPr/>
                    <a:lstStyle/>
                    <a:p>
                      <a:pPr>
                        <a:buNone/>
                      </a:pPr>
                      <a:r>
                        <a:rPr lang="en-US" sz="1400" b="1" dirty="0"/>
                        <a:t>96.0%</a:t>
                      </a:r>
                      <a:r>
                        <a:rPr lang="en-US" sz="1400" dirty="0"/>
                        <a:t> – Matches Naïve Bayes, efficient for streaming</a:t>
                      </a:r>
                    </a:p>
                  </a:txBody>
                  <a:tcPr marL="60704" marR="60704" marT="30352" marB="30352" anchor="ctr">
                    <a:lnL>
                      <a:noFill/>
                    </a:lnL>
                    <a:lnR>
                      <a:noFill/>
                    </a:lnR>
                    <a:lnT>
                      <a:noFill/>
                    </a:lnT>
                    <a:lnB>
                      <a:noFill/>
                    </a:lnB>
                    <a:noFill/>
                  </a:tcPr>
                </a:tc>
                <a:extLst>
                  <a:ext uri="{0D108BD9-81ED-4DB2-BD59-A6C34878D82A}">
                    <a16:rowId xmlns:a16="http://schemas.microsoft.com/office/drawing/2014/main" val="2078062546"/>
                  </a:ext>
                </a:extLst>
              </a:tr>
              <a:tr h="424929">
                <a:tc>
                  <a:txBody>
                    <a:bodyPr/>
                    <a:lstStyle/>
                    <a:p>
                      <a:pPr>
                        <a:buNone/>
                      </a:pPr>
                      <a:r>
                        <a:rPr lang="en-US" sz="1400"/>
                        <a:t>OneR</a:t>
                      </a:r>
                    </a:p>
                  </a:txBody>
                  <a:tcPr marL="60704" marR="60704" marT="30352" marB="30352" anchor="ctr">
                    <a:lnL>
                      <a:noFill/>
                    </a:lnL>
                    <a:lnR>
                      <a:noFill/>
                    </a:lnR>
                    <a:lnT>
                      <a:noFill/>
                    </a:lnT>
                    <a:lnB>
                      <a:noFill/>
                    </a:lnB>
                    <a:noFill/>
                  </a:tcPr>
                </a:tc>
                <a:tc>
                  <a:txBody>
                    <a:bodyPr/>
                    <a:lstStyle/>
                    <a:p>
                      <a:pPr>
                        <a:buNone/>
                      </a:pPr>
                      <a:r>
                        <a:rPr lang="en-US" sz="1400"/>
                        <a:t>Rule-Based</a:t>
                      </a:r>
                    </a:p>
                  </a:txBody>
                  <a:tcPr marL="60704" marR="60704" marT="30352" marB="30352" anchor="ctr">
                    <a:lnL>
                      <a:noFill/>
                    </a:lnL>
                    <a:lnR>
                      <a:noFill/>
                    </a:lnR>
                    <a:lnT>
                      <a:noFill/>
                    </a:lnT>
                    <a:lnB>
                      <a:noFill/>
                    </a:lnB>
                    <a:noFill/>
                  </a:tcPr>
                </a:tc>
                <a:tc>
                  <a:txBody>
                    <a:bodyPr/>
                    <a:lstStyle/>
                    <a:p>
                      <a:pPr>
                        <a:buNone/>
                      </a:pPr>
                      <a:r>
                        <a:rPr lang="en-US" sz="1400" b="1"/>
                        <a:t>93.3%</a:t>
                      </a:r>
                      <a:r>
                        <a:rPr lang="en-US" sz="1400"/>
                        <a:t> – Simple single-rule model, strong performance</a:t>
                      </a:r>
                    </a:p>
                  </a:txBody>
                  <a:tcPr marL="60704" marR="60704" marT="30352" marB="30352" anchor="ctr">
                    <a:lnL>
                      <a:noFill/>
                    </a:lnL>
                    <a:lnR>
                      <a:noFill/>
                    </a:lnR>
                    <a:lnT>
                      <a:noFill/>
                    </a:lnT>
                    <a:lnB>
                      <a:noFill/>
                    </a:lnB>
                    <a:noFill/>
                  </a:tcPr>
                </a:tc>
                <a:extLst>
                  <a:ext uri="{0D108BD9-81ED-4DB2-BD59-A6C34878D82A}">
                    <a16:rowId xmlns:a16="http://schemas.microsoft.com/office/drawing/2014/main" val="3593084372"/>
                  </a:ext>
                </a:extLst>
              </a:tr>
              <a:tr h="424929">
                <a:tc>
                  <a:txBody>
                    <a:bodyPr/>
                    <a:lstStyle/>
                    <a:p>
                      <a:pPr>
                        <a:buNone/>
                      </a:pPr>
                      <a:r>
                        <a:rPr lang="en-US" sz="1400"/>
                        <a:t>IB1</a:t>
                      </a:r>
                    </a:p>
                  </a:txBody>
                  <a:tcPr marL="60704" marR="60704" marT="30352" marB="30352" anchor="ctr">
                    <a:lnL>
                      <a:noFill/>
                    </a:lnL>
                    <a:lnR>
                      <a:noFill/>
                    </a:lnR>
                    <a:lnT>
                      <a:noFill/>
                    </a:lnT>
                    <a:lnB>
                      <a:noFill/>
                    </a:lnB>
                    <a:noFill/>
                  </a:tcPr>
                </a:tc>
                <a:tc>
                  <a:txBody>
                    <a:bodyPr/>
                    <a:lstStyle/>
                    <a:p>
                      <a:pPr>
                        <a:buNone/>
                      </a:pPr>
                      <a:r>
                        <a:rPr lang="en-US" sz="1400"/>
                        <a:t>Instance-Based</a:t>
                      </a:r>
                    </a:p>
                  </a:txBody>
                  <a:tcPr marL="60704" marR="60704" marT="30352" marB="30352" anchor="ctr">
                    <a:lnL>
                      <a:noFill/>
                    </a:lnL>
                    <a:lnR>
                      <a:noFill/>
                    </a:lnR>
                    <a:lnT>
                      <a:noFill/>
                    </a:lnT>
                    <a:lnB>
                      <a:noFill/>
                    </a:lnB>
                    <a:noFill/>
                  </a:tcPr>
                </a:tc>
                <a:tc>
                  <a:txBody>
                    <a:bodyPr/>
                    <a:lstStyle/>
                    <a:p>
                      <a:pPr>
                        <a:buNone/>
                      </a:pPr>
                      <a:r>
                        <a:rPr lang="en-US" sz="1400" b="1"/>
                        <a:t>95.3%</a:t>
                      </a:r>
                      <a:r>
                        <a:rPr lang="en-US" sz="1400"/>
                        <a:t> – High accuracy, small misclassification</a:t>
                      </a:r>
                    </a:p>
                  </a:txBody>
                  <a:tcPr marL="60704" marR="60704" marT="30352" marB="30352" anchor="ctr">
                    <a:lnL>
                      <a:noFill/>
                    </a:lnL>
                    <a:lnR>
                      <a:noFill/>
                    </a:lnR>
                    <a:lnT>
                      <a:noFill/>
                    </a:lnT>
                    <a:lnB>
                      <a:noFill/>
                    </a:lnB>
                    <a:noFill/>
                  </a:tcPr>
                </a:tc>
                <a:extLst>
                  <a:ext uri="{0D108BD9-81ED-4DB2-BD59-A6C34878D82A}">
                    <a16:rowId xmlns:a16="http://schemas.microsoft.com/office/drawing/2014/main" val="3000728640"/>
                  </a:ext>
                </a:extLst>
              </a:tr>
              <a:tr h="424929">
                <a:tc>
                  <a:txBody>
                    <a:bodyPr/>
                    <a:lstStyle/>
                    <a:p>
                      <a:pPr>
                        <a:buNone/>
                      </a:pPr>
                      <a:r>
                        <a:rPr lang="en-US" sz="1400"/>
                        <a:t>SimpleMI / MIWrapper</a:t>
                      </a:r>
                    </a:p>
                  </a:txBody>
                  <a:tcPr marL="60704" marR="60704" marT="30352" marB="30352" anchor="ctr">
                    <a:lnL>
                      <a:noFill/>
                    </a:lnL>
                    <a:lnR>
                      <a:noFill/>
                    </a:lnR>
                    <a:lnT>
                      <a:noFill/>
                    </a:lnT>
                    <a:lnB>
                      <a:noFill/>
                    </a:lnB>
                    <a:noFill/>
                  </a:tcPr>
                </a:tc>
                <a:tc>
                  <a:txBody>
                    <a:bodyPr/>
                    <a:lstStyle/>
                    <a:p>
                      <a:pPr>
                        <a:buNone/>
                      </a:pPr>
                      <a:r>
                        <a:rPr lang="en-US" sz="1400" dirty="0"/>
                        <a:t>Multi-Instance</a:t>
                      </a:r>
                    </a:p>
                  </a:txBody>
                  <a:tcPr marL="60704" marR="60704" marT="30352" marB="30352" anchor="ctr">
                    <a:lnL>
                      <a:noFill/>
                    </a:lnL>
                    <a:lnR>
                      <a:noFill/>
                    </a:lnR>
                    <a:lnT>
                      <a:noFill/>
                    </a:lnT>
                    <a:lnB>
                      <a:noFill/>
                    </a:lnB>
                    <a:noFill/>
                  </a:tcPr>
                </a:tc>
                <a:tc>
                  <a:txBody>
                    <a:bodyPr/>
                    <a:lstStyle/>
                    <a:p>
                      <a:pPr>
                        <a:buNone/>
                      </a:pPr>
                      <a:r>
                        <a:rPr lang="en-US" sz="1400" b="1"/>
                        <a:t>33.3%</a:t>
                      </a:r>
                      <a:r>
                        <a:rPr lang="en-US" sz="1400"/>
                        <a:t> – Predicts majority class only (baseline)</a:t>
                      </a:r>
                    </a:p>
                  </a:txBody>
                  <a:tcPr marL="60704" marR="60704" marT="30352" marB="30352" anchor="ctr">
                    <a:lnL>
                      <a:noFill/>
                    </a:lnL>
                    <a:lnR>
                      <a:noFill/>
                    </a:lnR>
                    <a:lnT>
                      <a:noFill/>
                    </a:lnT>
                    <a:lnB>
                      <a:noFill/>
                    </a:lnB>
                    <a:noFill/>
                  </a:tcPr>
                </a:tc>
                <a:extLst>
                  <a:ext uri="{0D108BD9-81ED-4DB2-BD59-A6C34878D82A}">
                    <a16:rowId xmlns:a16="http://schemas.microsoft.com/office/drawing/2014/main" val="2627578935"/>
                  </a:ext>
                </a:extLst>
              </a:tr>
              <a:tr h="424929">
                <a:tc>
                  <a:txBody>
                    <a:bodyPr/>
                    <a:lstStyle/>
                    <a:p>
                      <a:pPr>
                        <a:buNone/>
                      </a:pPr>
                      <a:r>
                        <a:rPr lang="en-US" sz="1400"/>
                        <a:t>SimpleKMeans</a:t>
                      </a:r>
                    </a:p>
                  </a:txBody>
                  <a:tcPr marL="60704" marR="60704" marT="30352" marB="30352" anchor="ctr">
                    <a:lnL>
                      <a:noFill/>
                    </a:lnL>
                    <a:lnR>
                      <a:noFill/>
                    </a:lnR>
                    <a:lnT>
                      <a:noFill/>
                    </a:lnT>
                    <a:lnB>
                      <a:noFill/>
                    </a:lnB>
                    <a:noFill/>
                  </a:tcPr>
                </a:tc>
                <a:tc>
                  <a:txBody>
                    <a:bodyPr/>
                    <a:lstStyle/>
                    <a:p>
                      <a:pPr>
                        <a:buNone/>
                      </a:pPr>
                      <a:r>
                        <a:rPr lang="en-US" sz="1400"/>
                        <a:t>Clustering</a:t>
                      </a:r>
                    </a:p>
                  </a:txBody>
                  <a:tcPr marL="60704" marR="60704" marT="30352" marB="30352" anchor="ctr">
                    <a:lnL>
                      <a:noFill/>
                    </a:lnL>
                    <a:lnR>
                      <a:noFill/>
                    </a:lnR>
                    <a:lnT>
                      <a:noFill/>
                    </a:lnT>
                    <a:lnB>
                      <a:noFill/>
                    </a:lnB>
                    <a:noFill/>
                  </a:tcPr>
                </a:tc>
                <a:tc>
                  <a:txBody>
                    <a:bodyPr/>
                    <a:lstStyle/>
                    <a:p>
                      <a:pPr>
                        <a:buNone/>
                      </a:pPr>
                      <a:r>
                        <a:rPr lang="en-US" sz="1400"/>
                        <a:t>Formed 3 clusters matching species</a:t>
                      </a:r>
                    </a:p>
                  </a:txBody>
                  <a:tcPr marL="60704" marR="60704" marT="30352" marB="30352" anchor="ctr">
                    <a:lnL>
                      <a:noFill/>
                    </a:lnL>
                    <a:lnR>
                      <a:noFill/>
                    </a:lnR>
                    <a:lnT>
                      <a:noFill/>
                    </a:lnT>
                    <a:lnB>
                      <a:noFill/>
                    </a:lnB>
                    <a:noFill/>
                  </a:tcPr>
                </a:tc>
                <a:extLst>
                  <a:ext uri="{0D108BD9-81ED-4DB2-BD59-A6C34878D82A}">
                    <a16:rowId xmlns:a16="http://schemas.microsoft.com/office/drawing/2014/main" val="3468634567"/>
                  </a:ext>
                </a:extLst>
              </a:tr>
              <a:tr h="424929">
                <a:tc>
                  <a:txBody>
                    <a:bodyPr/>
                    <a:lstStyle/>
                    <a:p>
                      <a:pPr>
                        <a:buNone/>
                      </a:pPr>
                      <a:r>
                        <a:rPr lang="en-US" sz="1400"/>
                        <a:t>Cobweb</a:t>
                      </a:r>
                    </a:p>
                  </a:txBody>
                  <a:tcPr marL="60704" marR="60704" marT="30352" marB="30352" anchor="ctr">
                    <a:lnL>
                      <a:noFill/>
                    </a:lnL>
                    <a:lnR>
                      <a:noFill/>
                    </a:lnR>
                    <a:lnT>
                      <a:noFill/>
                    </a:lnT>
                    <a:lnB>
                      <a:noFill/>
                    </a:lnB>
                    <a:noFill/>
                  </a:tcPr>
                </a:tc>
                <a:tc>
                  <a:txBody>
                    <a:bodyPr/>
                    <a:lstStyle/>
                    <a:p>
                      <a:pPr>
                        <a:buNone/>
                      </a:pPr>
                      <a:r>
                        <a:rPr lang="en-US" sz="1400"/>
                        <a:t>Clustering</a:t>
                      </a:r>
                    </a:p>
                  </a:txBody>
                  <a:tcPr marL="60704" marR="60704" marT="30352" marB="30352" anchor="ctr">
                    <a:lnL>
                      <a:noFill/>
                    </a:lnL>
                    <a:lnR>
                      <a:noFill/>
                    </a:lnR>
                    <a:lnT>
                      <a:noFill/>
                    </a:lnT>
                    <a:lnB>
                      <a:noFill/>
                    </a:lnB>
                    <a:noFill/>
                  </a:tcPr>
                </a:tc>
                <a:tc>
                  <a:txBody>
                    <a:bodyPr/>
                    <a:lstStyle/>
                    <a:p>
                      <a:pPr>
                        <a:buNone/>
                      </a:pPr>
                      <a:r>
                        <a:rPr lang="en-US" sz="1400" dirty="0"/>
                        <a:t>Formed 4 adaptive clusters; hierarchical</a:t>
                      </a:r>
                    </a:p>
                  </a:txBody>
                  <a:tcPr marL="60704" marR="60704" marT="30352" marB="30352" anchor="ctr">
                    <a:lnL>
                      <a:noFill/>
                    </a:lnL>
                    <a:lnR>
                      <a:noFill/>
                    </a:lnR>
                    <a:lnT>
                      <a:noFill/>
                    </a:lnT>
                    <a:lnB>
                      <a:noFill/>
                    </a:lnB>
                    <a:noFill/>
                  </a:tcPr>
                </a:tc>
                <a:extLst>
                  <a:ext uri="{0D108BD9-81ED-4DB2-BD59-A6C34878D82A}">
                    <a16:rowId xmlns:a16="http://schemas.microsoft.com/office/drawing/2014/main" val="3042215926"/>
                  </a:ext>
                </a:extLst>
              </a:tr>
              <a:tr h="424929">
                <a:tc>
                  <a:txBody>
                    <a:bodyPr/>
                    <a:lstStyle/>
                    <a:p>
                      <a:pPr>
                        <a:buNone/>
                      </a:pPr>
                      <a:r>
                        <a:rPr lang="en-US" sz="1400"/>
                        <a:t>Hierarchical</a:t>
                      </a:r>
                    </a:p>
                  </a:txBody>
                  <a:tcPr marL="60704" marR="60704" marT="30352" marB="30352" anchor="ctr">
                    <a:lnL>
                      <a:noFill/>
                    </a:lnL>
                    <a:lnR>
                      <a:noFill/>
                    </a:lnR>
                    <a:lnT>
                      <a:noFill/>
                    </a:lnT>
                    <a:lnB>
                      <a:noFill/>
                    </a:lnB>
                    <a:noFill/>
                  </a:tcPr>
                </a:tc>
                <a:tc>
                  <a:txBody>
                    <a:bodyPr/>
                    <a:lstStyle/>
                    <a:p>
                      <a:pPr>
                        <a:buNone/>
                      </a:pPr>
                      <a:r>
                        <a:rPr lang="en-US" sz="1400"/>
                        <a:t>Clustering</a:t>
                      </a:r>
                    </a:p>
                  </a:txBody>
                  <a:tcPr marL="60704" marR="60704" marT="30352" marB="30352" anchor="ctr">
                    <a:lnL>
                      <a:noFill/>
                    </a:lnL>
                    <a:lnR>
                      <a:noFill/>
                    </a:lnR>
                    <a:lnT>
                      <a:noFill/>
                    </a:lnT>
                    <a:lnB>
                      <a:noFill/>
                    </a:lnB>
                    <a:noFill/>
                  </a:tcPr>
                </a:tc>
                <a:tc>
                  <a:txBody>
                    <a:bodyPr/>
                    <a:lstStyle/>
                    <a:p>
                      <a:pPr>
                        <a:buNone/>
                      </a:pPr>
                      <a:r>
                        <a:rPr lang="en-US" sz="1400" dirty="0"/>
                        <a:t>2 clusters; </a:t>
                      </a:r>
                      <a:r>
                        <a:rPr lang="en-US" sz="1400" dirty="0" err="1"/>
                        <a:t>Setosa</a:t>
                      </a:r>
                      <a:r>
                        <a:rPr lang="en-US" sz="1400" dirty="0"/>
                        <a:t> isolated clearly</a:t>
                      </a:r>
                    </a:p>
                  </a:txBody>
                  <a:tcPr marL="60704" marR="60704" marT="30352" marB="30352" anchor="ctr">
                    <a:lnL>
                      <a:noFill/>
                    </a:lnL>
                    <a:lnR>
                      <a:noFill/>
                    </a:lnR>
                    <a:lnT>
                      <a:noFill/>
                    </a:lnT>
                    <a:lnB>
                      <a:noFill/>
                    </a:lnB>
                    <a:noFill/>
                  </a:tcPr>
                </a:tc>
                <a:extLst>
                  <a:ext uri="{0D108BD9-81ED-4DB2-BD59-A6C34878D82A}">
                    <a16:rowId xmlns:a16="http://schemas.microsoft.com/office/drawing/2014/main" val="2810400985"/>
                  </a:ext>
                </a:extLst>
              </a:tr>
            </a:tbl>
          </a:graphicData>
        </a:graphic>
      </p:graphicFrame>
    </p:spTree>
    <p:extLst>
      <p:ext uri="{BB962C8B-B14F-4D97-AF65-F5344CB8AC3E}">
        <p14:creationId xmlns:p14="http://schemas.microsoft.com/office/powerpoint/2010/main" val="105240716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2BF198-DF5A-694E-CDBF-B1B774E7752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8C58321-2591-901F-2EE2-7391C0943F70}"/>
              </a:ext>
            </a:extLst>
          </p:cNvPr>
          <p:cNvSpPr>
            <a:spLocks noGrp="1"/>
          </p:cNvSpPr>
          <p:nvPr>
            <p:ph type="title"/>
          </p:nvPr>
        </p:nvSpPr>
        <p:spPr>
          <a:xfrm>
            <a:off x="1033272" y="347472"/>
            <a:ext cx="9875520" cy="1033272"/>
          </a:xfrm>
        </p:spPr>
        <p:txBody>
          <a:bodyPr anchor="ctr">
            <a:normAutofit/>
          </a:bodyPr>
          <a:lstStyle/>
          <a:p>
            <a:r>
              <a:rPr lang="en-US" dirty="0"/>
              <a:t>CPU Dataset (Regression)</a:t>
            </a:r>
          </a:p>
        </p:txBody>
      </p:sp>
      <p:graphicFrame>
        <p:nvGraphicFramePr>
          <p:cNvPr id="4" name="Content Placeholder 3">
            <a:extLst>
              <a:ext uri="{FF2B5EF4-FFF2-40B4-BE49-F238E27FC236}">
                <a16:creationId xmlns:a16="http://schemas.microsoft.com/office/drawing/2014/main" id="{C3F9E583-905C-DE88-DFA4-E84C5963A0DA}"/>
              </a:ext>
            </a:extLst>
          </p:cNvPr>
          <p:cNvGraphicFramePr>
            <a:graphicFrameLocks noGrp="1"/>
          </p:cNvGraphicFramePr>
          <p:nvPr>
            <p:ph idx="1"/>
          </p:nvPr>
        </p:nvGraphicFramePr>
        <p:xfrm>
          <a:off x="1158220" y="2203703"/>
          <a:ext cx="9625626" cy="4425040"/>
        </p:xfrm>
        <a:graphic>
          <a:graphicData uri="http://schemas.openxmlformats.org/drawingml/2006/table">
            <a:tbl>
              <a:tblPr/>
              <a:tblGrid>
                <a:gridCol w="2835048">
                  <a:extLst>
                    <a:ext uri="{9D8B030D-6E8A-4147-A177-3AD203B41FA5}">
                      <a16:colId xmlns:a16="http://schemas.microsoft.com/office/drawing/2014/main" val="2146800374"/>
                    </a:ext>
                  </a:extLst>
                </a:gridCol>
                <a:gridCol w="2328637">
                  <a:extLst>
                    <a:ext uri="{9D8B030D-6E8A-4147-A177-3AD203B41FA5}">
                      <a16:colId xmlns:a16="http://schemas.microsoft.com/office/drawing/2014/main" val="2497805278"/>
                    </a:ext>
                  </a:extLst>
                </a:gridCol>
                <a:gridCol w="4461941">
                  <a:extLst>
                    <a:ext uri="{9D8B030D-6E8A-4147-A177-3AD203B41FA5}">
                      <a16:colId xmlns:a16="http://schemas.microsoft.com/office/drawing/2014/main" val="3752311346"/>
                    </a:ext>
                  </a:extLst>
                </a:gridCol>
              </a:tblGrid>
              <a:tr h="654078">
                <a:tc>
                  <a:txBody>
                    <a:bodyPr/>
                    <a:lstStyle/>
                    <a:p>
                      <a:pPr>
                        <a:buNone/>
                      </a:pPr>
                      <a:r>
                        <a:rPr lang="en-US" sz="2800" b="1"/>
                        <a:t>Model</a:t>
                      </a:r>
                      <a:endParaRPr lang="en-US" sz="2800"/>
                    </a:p>
                  </a:txBody>
                  <a:tcPr marL="141130" marR="141130" marT="70564" marB="70564" anchor="ctr">
                    <a:lnL>
                      <a:noFill/>
                    </a:lnL>
                    <a:lnR>
                      <a:noFill/>
                    </a:lnR>
                    <a:lnT>
                      <a:noFill/>
                    </a:lnT>
                    <a:lnB>
                      <a:noFill/>
                    </a:lnB>
                    <a:noFill/>
                  </a:tcPr>
                </a:tc>
                <a:tc>
                  <a:txBody>
                    <a:bodyPr/>
                    <a:lstStyle/>
                    <a:p>
                      <a:pPr>
                        <a:buNone/>
                      </a:pPr>
                      <a:r>
                        <a:rPr lang="en-US" sz="2800" b="1"/>
                        <a:t>Type</a:t>
                      </a:r>
                      <a:endParaRPr lang="en-US" sz="2800"/>
                    </a:p>
                  </a:txBody>
                  <a:tcPr marL="141130" marR="141130" marT="70564" marB="70564" anchor="ctr">
                    <a:lnL>
                      <a:noFill/>
                    </a:lnL>
                    <a:lnR>
                      <a:noFill/>
                    </a:lnR>
                    <a:lnT>
                      <a:noFill/>
                    </a:lnT>
                    <a:lnB>
                      <a:noFill/>
                    </a:lnB>
                    <a:noFill/>
                  </a:tcPr>
                </a:tc>
                <a:tc>
                  <a:txBody>
                    <a:bodyPr/>
                    <a:lstStyle/>
                    <a:p>
                      <a:pPr>
                        <a:buNone/>
                      </a:pPr>
                      <a:r>
                        <a:rPr lang="en-US" sz="2800" b="1"/>
                        <a:t>Performance Summary</a:t>
                      </a:r>
                      <a:endParaRPr lang="en-US" sz="2800"/>
                    </a:p>
                  </a:txBody>
                  <a:tcPr marL="141130" marR="141130" marT="70564" marB="70564" anchor="ctr">
                    <a:lnL>
                      <a:noFill/>
                    </a:lnL>
                    <a:lnR>
                      <a:noFill/>
                    </a:lnR>
                    <a:lnT>
                      <a:noFill/>
                    </a:lnT>
                    <a:lnB>
                      <a:noFill/>
                    </a:lnB>
                    <a:noFill/>
                  </a:tcPr>
                </a:tc>
                <a:extLst>
                  <a:ext uri="{0D108BD9-81ED-4DB2-BD59-A6C34878D82A}">
                    <a16:rowId xmlns:a16="http://schemas.microsoft.com/office/drawing/2014/main" val="2302281374"/>
                  </a:ext>
                </a:extLst>
              </a:tr>
              <a:tr h="1496234">
                <a:tc>
                  <a:txBody>
                    <a:bodyPr/>
                    <a:lstStyle/>
                    <a:p>
                      <a:pPr>
                        <a:buNone/>
                      </a:pPr>
                      <a:r>
                        <a:rPr lang="en-US" sz="2800"/>
                        <a:t>Simple Linear Regression</a:t>
                      </a:r>
                    </a:p>
                  </a:txBody>
                  <a:tcPr marL="141130" marR="141130" marT="70564" marB="70564" anchor="ctr">
                    <a:lnL>
                      <a:noFill/>
                    </a:lnL>
                    <a:lnR>
                      <a:noFill/>
                    </a:lnR>
                    <a:lnT>
                      <a:noFill/>
                    </a:lnT>
                    <a:lnB>
                      <a:noFill/>
                    </a:lnB>
                    <a:noFill/>
                  </a:tcPr>
                </a:tc>
                <a:tc>
                  <a:txBody>
                    <a:bodyPr/>
                    <a:lstStyle/>
                    <a:p>
                      <a:pPr>
                        <a:buNone/>
                      </a:pPr>
                      <a:r>
                        <a:rPr lang="en-US" sz="2800"/>
                        <a:t>Regression</a:t>
                      </a:r>
                    </a:p>
                  </a:txBody>
                  <a:tcPr marL="141130" marR="141130" marT="70564" marB="70564" anchor="ctr">
                    <a:lnL>
                      <a:noFill/>
                    </a:lnL>
                    <a:lnR>
                      <a:noFill/>
                    </a:lnR>
                    <a:lnT>
                      <a:noFill/>
                    </a:lnT>
                    <a:lnB>
                      <a:noFill/>
                    </a:lnB>
                    <a:noFill/>
                  </a:tcPr>
                </a:tc>
                <a:tc>
                  <a:txBody>
                    <a:bodyPr/>
                    <a:lstStyle/>
                    <a:p>
                      <a:pPr>
                        <a:buNone/>
                      </a:pPr>
                      <a:r>
                        <a:rPr lang="en-US" sz="2800"/>
                        <a:t>Correlation = </a:t>
                      </a:r>
                      <a:r>
                        <a:rPr lang="en-US" sz="2800" b="1"/>
                        <a:t>0.7844</a:t>
                      </a:r>
                      <a:r>
                        <a:rPr lang="en-US" sz="2800"/>
                        <a:t>, MAE = 53.8, RMSE = 99.6 → Moderate fit</a:t>
                      </a:r>
                    </a:p>
                  </a:txBody>
                  <a:tcPr marL="141130" marR="141130" marT="70564" marB="70564" anchor="ctr">
                    <a:lnL>
                      <a:noFill/>
                    </a:lnL>
                    <a:lnR>
                      <a:noFill/>
                    </a:lnR>
                    <a:lnT>
                      <a:noFill/>
                    </a:lnT>
                    <a:lnB>
                      <a:noFill/>
                    </a:lnB>
                    <a:noFill/>
                  </a:tcPr>
                </a:tc>
                <a:extLst>
                  <a:ext uri="{0D108BD9-81ED-4DB2-BD59-A6C34878D82A}">
                    <a16:rowId xmlns:a16="http://schemas.microsoft.com/office/drawing/2014/main" val="3807383117"/>
                  </a:ext>
                </a:extLst>
              </a:tr>
              <a:tr h="1917312">
                <a:tc>
                  <a:txBody>
                    <a:bodyPr/>
                    <a:lstStyle/>
                    <a:p>
                      <a:pPr>
                        <a:buNone/>
                      </a:pPr>
                      <a:r>
                        <a:rPr lang="en-US" sz="2800"/>
                        <a:t>Multiple Linear Regression</a:t>
                      </a:r>
                    </a:p>
                  </a:txBody>
                  <a:tcPr marL="141130" marR="141130" marT="70564" marB="70564" anchor="ctr">
                    <a:lnL>
                      <a:noFill/>
                    </a:lnL>
                    <a:lnR>
                      <a:noFill/>
                    </a:lnR>
                    <a:lnT>
                      <a:noFill/>
                    </a:lnT>
                    <a:lnB>
                      <a:noFill/>
                    </a:lnB>
                    <a:noFill/>
                  </a:tcPr>
                </a:tc>
                <a:tc>
                  <a:txBody>
                    <a:bodyPr/>
                    <a:lstStyle/>
                    <a:p>
                      <a:pPr>
                        <a:buNone/>
                      </a:pPr>
                      <a:r>
                        <a:rPr lang="en-US" sz="2800"/>
                        <a:t>Regression</a:t>
                      </a:r>
                    </a:p>
                  </a:txBody>
                  <a:tcPr marL="141130" marR="141130" marT="70564" marB="70564" anchor="ctr">
                    <a:lnL>
                      <a:noFill/>
                    </a:lnL>
                    <a:lnR>
                      <a:noFill/>
                    </a:lnR>
                    <a:lnT>
                      <a:noFill/>
                    </a:lnT>
                    <a:lnB>
                      <a:noFill/>
                    </a:lnB>
                    <a:noFill/>
                  </a:tcPr>
                </a:tc>
                <a:tc>
                  <a:txBody>
                    <a:bodyPr/>
                    <a:lstStyle/>
                    <a:p>
                      <a:pPr>
                        <a:buNone/>
                      </a:pPr>
                      <a:r>
                        <a:rPr lang="en-US" sz="2800"/>
                        <a:t>Correlation = </a:t>
                      </a:r>
                      <a:r>
                        <a:rPr lang="en-US" sz="2800" b="1"/>
                        <a:t>0.9012</a:t>
                      </a:r>
                      <a:r>
                        <a:rPr lang="en-US" sz="2800"/>
                        <a:t>, MAE = 41.09, RMSE = 69.56 → Stronger model, better prediction accuracy</a:t>
                      </a:r>
                    </a:p>
                  </a:txBody>
                  <a:tcPr marL="141130" marR="141130" marT="70564" marB="70564" anchor="ctr">
                    <a:lnL>
                      <a:noFill/>
                    </a:lnL>
                    <a:lnR>
                      <a:noFill/>
                    </a:lnR>
                    <a:lnT>
                      <a:noFill/>
                    </a:lnT>
                    <a:lnB>
                      <a:noFill/>
                    </a:lnB>
                    <a:noFill/>
                  </a:tcPr>
                </a:tc>
                <a:extLst>
                  <a:ext uri="{0D108BD9-81ED-4DB2-BD59-A6C34878D82A}">
                    <a16:rowId xmlns:a16="http://schemas.microsoft.com/office/drawing/2014/main" val="1566722373"/>
                  </a:ext>
                </a:extLst>
              </a:tr>
            </a:tbl>
          </a:graphicData>
        </a:graphic>
      </p:graphicFrame>
    </p:spTree>
    <p:extLst>
      <p:ext uri="{BB962C8B-B14F-4D97-AF65-F5344CB8AC3E}">
        <p14:creationId xmlns:p14="http://schemas.microsoft.com/office/powerpoint/2010/main" val="287003822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A50803-871D-D2CA-3619-720DE3410F14}"/>
              </a:ext>
            </a:extLst>
          </p:cNvPr>
          <p:cNvSpPr>
            <a:spLocks noGrp="1"/>
          </p:cNvSpPr>
          <p:nvPr>
            <p:ph type="title"/>
          </p:nvPr>
        </p:nvSpPr>
        <p:spPr>
          <a:xfrm>
            <a:off x="1033272" y="347472"/>
            <a:ext cx="9875520" cy="1033272"/>
          </a:xfrm>
        </p:spPr>
        <p:txBody>
          <a:bodyPr anchor="ctr">
            <a:normAutofit/>
          </a:bodyPr>
          <a:lstStyle/>
          <a:p>
            <a:r>
              <a:rPr lang="en-US" dirty="0"/>
              <a:t>Breast Cancer Dataset (Binary Classification)</a:t>
            </a:r>
          </a:p>
        </p:txBody>
      </p:sp>
      <p:graphicFrame>
        <p:nvGraphicFramePr>
          <p:cNvPr id="4" name="Content Placeholder 3">
            <a:extLst>
              <a:ext uri="{FF2B5EF4-FFF2-40B4-BE49-F238E27FC236}">
                <a16:creationId xmlns:a16="http://schemas.microsoft.com/office/drawing/2014/main" id="{861CAD36-F203-59AC-2F66-D0D4856FAC88}"/>
              </a:ext>
            </a:extLst>
          </p:cNvPr>
          <p:cNvGraphicFramePr>
            <a:graphicFrameLocks noGrp="1"/>
          </p:cNvGraphicFramePr>
          <p:nvPr>
            <p:ph idx="1"/>
            <p:extLst>
              <p:ext uri="{D42A27DB-BD31-4B8C-83A1-F6EECF244321}">
                <p14:modId xmlns:p14="http://schemas.microsoft.com/office/powerpoint/2010/main" val="3307428599"/>
              </p:ext>
            </p:extLst>
          </p:nvPr>
        </p:nvGraphicFramePr>
        <p:xfrm>
          <a:off x="782751" y="2334577"/>
          <a:ext cx="9875521" cy="3805877"/>
        </p:xfrm>
        <a:graphic>
          <a:graphicData uri="http://schemas.openxmlformats.org/drawingml/2006/table">
            <a:tbl>
              <a:tblPr/>
              <a:tblGrid>
                <a:gridCol w="3383870">
                  <a:extLst>
                    <a:ext uri="{9D8B030D-6E8A-4147-A177-3AD203B41FA5}">
                      <a16:colId xmlns:a16="http://schemas.microsoft.com/office/drawing/2014/main" val="2672015389"/>
                    </a:ext>
                  </a:extLst>
                </a:gridCol>
                <a:gridCol w="2454877">
                  <a:extLst>
                    <a:ext uri="{9D8B030D-6E8A-4147-A177-3AD203B41FA5}">
                      <a16:colId xmlns:a16="http://schemas.microsoft.com/office/drawing/2014/main" val="3017170057"/>
                    </a:ext>
                  </a:extLst>
                </a:gridCol>
                <a:gridCol w="4036774">
                  <a:extLst>
                    <a:ext uri="{9D8B030D-6E8A-4147-A177-3AD203B41FA5}">
                      <a16:colId xmlns:a16="http://schemas.microsoft.com/office/drawing/2014/main" val="2588515407"/>
                    </a:ext>
                  </a:extLst>
                </a:gridCol>
              </a:tblGrid>
              <a:tr h="611989">
                <a:tc>
                  <a:txBody>
                    <a:bodyPr/>
                    <a:lstStyle/>
                    <a:p>
                      <a:pPr>
                        <a:buNone/>
                      </a:pPr>
                      <a:r>
                        <a:rPr lang="en-US" sz="2600" b="1"/>
                        <a:t>Model</a:t>
                      </a:r>
                      <a:endParaRPr lang="en-US" sz="2600"/>
                    </a:p>
                  </a:txBody>
                  <a:tcPr marL="132049" marR="132049" marT="66023" marB="66023" anchor="ctr">
                    <a:lnL>
                      <a:noFill/>
                    </a:lnL>
                    <a:lnR>
                      <a:noFill/>
                    </a:lnR>
                    <a:lnT>
                      <a:noFill/>
                    </a:lnT>
                    <a:lnB>
                      <a:noFill/>
                    </a:lnB>
                    <a:noFill/>
                  </a:tcPr>
                </a:tc>
                <a:tc>
                  <a:txBody>
                    <a:bodyPr/>
                    <a:lstStyle/>
                    <a:p>
                      <a:pPr>
                        <a:buNone/>
                      </a:pPr>
                      <a:r>
                        <a:rPr lang="en-US" sz="2600" b="1"/>
                        <a:t>Type</a:t>
                      </a:r>
                      <a:endParaRPr lang="en-US" sz="2600"/>
                    </a:p>
                  </a:txBody>
                  <a:tcPr marL="132049" marR="132049" marT="66023" marB="66023" anchor="ctr">
                    <a:lnL>
                      <a:noFill/>
                    </a:lnL>
                    <a:lnR>
                      <a:noFill/>
                    </a:lnR>
                    <a:lnT>
                      <a:noFill/>
                    </a:lnT>
                    <a:lnB>
                      <a:noFill/>
                    </a:lnB>
                    <a:noFill/>
                  </a:tcPr>
                </a:tc>
                <a:tc>
                  <a:txBody>
                    <a:bodyPr/>
                    <a:lstStyle/>
                    <a:p>
                      <a:pPr>
                        <a:buNone/>
                      </a:pPr>
                      <a:r>
                        <a:rPr lang="en-US" sz="2600" b="1"/>
                        <a:t>Accuracy / Key Result</a:t>
                      </a:r>
                      <a:endParaRPr lang="en-US" sz="2600"/>
                    </a:p>
                  </a:txBody>
                  <a:tcPr marL="132049" marR="132049" marT="66023" marB="66023" anchor="ctr">
                    <a:lnL>
                      <a:noFill/>
                    </a:lnL>
                    <a:lnR>
                      <a:noFill/>
                    </a:lnR>
                    <a:lnT>
                      <a:noFill/>
                    </a:lnT>
                    <a:lnB>
                      <a:noFill/>
                    </a:lnB>
                    <a:noFill/>
                  </a:tcPr>
                </a:tc>
                <a:extLst>
                  <a:ext uri="{0D108BD9-81ED-4DB2-BD59-A6C34878D82A}">
                    <a16:rowId xmlns:a16="http://schemas.microsoft.com/office/drawing/2014/main" val="1162529528"/>
                  </a:ext>
                </a:extLst>
              </a:tr>
              <a:tr h="1399953">
                <a:tc>
                  <a:txBody>
                    <a:bodyPr/>
                    <a:lstStyle/>
                    <a:p>
                      <a:pPr>
                        <a:buNone/>
                      </a:pPr>
                      <a:r>
                        <a:rPr lang="en-US" sz="2600"/>
                        <a:t>Logistic Regression</a:t>
                      </a:r>
                    </a:p>
                  </a:txBody>
                  <a:tcPr marL="132049" marR="132049" marT="66023" marB="66023" anchor="ctr">
                    <a:lnL>
                      <a:noFill/>
                    </a:lnL>
                    <a:lnR>
                      <a:noFill/>
                    </a:lnR>
                    <a:lnT>
                      <a:noFill/>
                    </a:lnT>
                    <a:lnB>
                      <a:noFill/>
                    </a:lnB>
                    <a:noFill/>
                  </a:tcPr>
                </a:tc>
                <a:tc>
                  <a:txBody>
                    <a:bodyPr/>
                    <a:lstStyle/>
                    <a:p>
                      <a:pPr>
                        <a:buNone/>
                      </a:pPr>
                      <a:r>
                        <a:rPr lang="en-US" sz="2600"/>
                        <a:t>Classification</a:t>
                      </a:r>
                    </a:p>
                  </a:txBody>
                  <a:tcPr marL="132049" marR="132049" marT="66023" marB="66023" anchor="ctr">
                    <a:lnL>
                      <a:noFill/>
                    </a:lnL>
                    <a:lnR>
                      <a:noFill/>
                    </a:lnR>
                    <a:lnT>
                      <a:noFill/>
                    </a:lnT>
                    <a:lnB>
                      <a:noFill/>
                    </a:lnB>
                    <a:noFill/>
                  </a:tcPr>
                </a:tc>
                <a:tc>
                  <a:txBody>
                    <a:bodyPr/>
                    <a:lstStyle/>
                    <a:p>
                      <a:pPr>
                        <a:buNone/>
                      </a:pPr>
                      <a:r>
                        <a:rPr lang="it-IT" sz="2600" b="1"/>
                        <a:t>68.88%</a:t>
                      </a:r>
                      <a:r>
                        <a:rPr lang="it-IT" sz="2600"/>
                        <a:t>, Kappa = 0.1979, ROC = 0.646 → Moderate performance</a:t>
                      </a:r>
                    </a:p>
                  </a:txBody>
                  <a:tcPr marL="132049" marR="132049" marT="66023" marB="66023" anchor="ctr">
                    <a:lnL>
                      <a:noFill/>
                    </a:lnL>
                    <a:lnR>
                      <a:noFill/>
                    </a:lnR>
                    <a:lnT>
                      <a:noFill/>
                    </a:lnT>
                    <a:lnB>
                      <a:noFill/>
                    </a:lnB>
                    <a:noFill/>
                  </a:tcPr>
                </a:tc>
                <a:extLst>
                  <a:ext uri="{0D108BD9-81ED-4DB2-BD59-A6C34878D82A}">
                    <a16:rowId xmlns:a16="http://schemas.microsoft.com/office/drawing/2014/main" val="1160714833"/>
                  </a:ext>
                </a:extLst>
              </a:tr>
              <a:tr h="1793935">
                <a:tc>
                  <a:txBody>
                    <a:bodyPr/>
                    <a:lstStyle/>
                    <a:p>
                      <a:pPr>
                        <a:buNone/>
                      </a:pPr>
                      <a:r>
                        <a:rPr lang="en-US" sz="2600"/>
                        <a:t>Winnow</a:t>
                      </a:r>
                    </a:p>
                  </a:txBody>
                  <a:tcPr marL="132049" marR="132049" marT="66023" marB="66023" anchor="ctr">
                    <a:lnL>
                      <a:noFill/>
                    </a:lnL>
                    <a:lnR>
                      <a:noFill/>
                    </a:lnR>
                    <a:lnT>
                      <a:noFill/>
                    </a:lnT>
                    <a:lnB>
                      <a:noFill/>
                    </a:lnB>
                    <a:noFill/>
                  </a:tcPr>
                </a:tc>
                <a:tc>
                  <a:txBody>
                    <a:bodyPr/>
                    <a:lstStyle/>
                    <a:p>
                      <a:pPr>
                        <a:buNone/>
                      </a:pPr>
                      <a:r>
                        <a:rPr lang="en-US" sz="2600"/>
                        <a:t>Classification</a:t>
                      </a:r>
                    </a:p>
                  </a:txBody>
                  <a:tcPr marL="132049" marR="132049" marT="66023" marB="66023" anchor="ctr">
                    <a:lnL>
                      <a:noFill/>
                    </a:lnL>
                    <a:lnR>
                      <a:noFill/>
                    </a:lnR>
                    <a:lnT>
                      <a:noFill/>
                    </a:lnT>
                    <a:lnB>
                      <a:noFill/>
                    </a:lnB>
                    <a:noFill/>
                  </a:tcPr>
                </a:tc>
                <a:tc>
                  <a:txBody>
                    <a:bodyPr/>
                    <a:lstStyle/>
                    <a:p>
                      <a:pPr>
                        <a:buNone/>
                      </a:pPr>
                      <a:r>
                        <a:rPr lang="en-US" sz="2600" b="1" dirty="0"/>
                        <a:t>65.73%</a:t>
                      </a:r>
                      <a:r>
                        <a:rPr lang="en-US" sz="2600" dirty="0"/>
                        <a:t>, Kappa = 0.1741, ROC = 0.586 → Slightly weaker than Logistic Regression</a:t>
                      </a:r>
                    </a:p>
                  </a:txBody>
                  <a:tcPr marL="132049" marR="132049" marT="66023" marB="66023" anchor="ctr">
                    <a:lnL>
                      <a:noFill/>
                    </a:lnL>
                    <a:lnR>
                      <a:noFill/>
                    </a:lnR>
                    <a:lnT>
                      <a:noFill/>
                    </a:lnT>
                    <a:lnB>
                      <a:noFill/>
                    </a:lnB>
                    <a:noFill/>
                  </a:tcPr>
                </a:tc>
                <a:extLst>
                  <a:ext uri="{0D108BD9-81ED-4DB2-BD59-A6C34878D82A}">
                    <a16:rowId xmlns:a16="http://schemas.microsoft.com/office/drawing/2014/main" val="2895976345"/>
                  </a:ext>
                </a:extLst>
              </a:tr>
            </a:tbl>
          </a:graphicData>
        </a:graphic>
      </p:graphicFrame>
    </p:spTree>
    <p:extLst>
      <p:ext uri="{BB962C8B-B14F-4D97-AF65-F5344CB8AC3E}">
        <p14:creationId xmlns:p14="http://schemas.microsoft.com/office/powerpoint/2010/main" val="78639409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2C4C4E-2814-075D-6792-A5DE2A66A4A9}"/>
              </a:ext>
            </a:extLst>
          </p:cNvPr>
          <p:cNvSpPr>
            <a:spLocks noGrp="1"/>
          </p:cNvSpPr>
          <p:nvPr>
            <p:ph type="title"/>
          </p:nvPr>
        </p:nvSpPr>
        <p:spPr/>
        <p:txBody>
          <a:bodyPr/>
          <a:lstStyle/>
          <a:p>
            <a:r>
              <a:rPr lang="en-US" dirty="0"/>
              <a:t>Supermarket Dataset (Association Rule Mining)</a:t>
            </a:r>
          </a:p>
        </p:txBody>
      </p:sp>
      <p:graphicFrame>
        <p:nvGraphicFramePr>
          <p:cNvPr id="4" name="Content Placeholder 3">
            <a:extLst>
              <a:ext uri="{FF2B5EF4-FFF2-40B4-BE49-F238E27FC236}">
                <a16:creationId xmlns:a16="http://schemas.microsoft.com/office/drawing/2014/main" id="{651B14C1-68E6-B824-38D6-4EA01D075309}"/>
              </a:ext>
            </a:extLst>
          </p:cNvPr>
          <p:cNvGraphicFramePr>
            <a:graphicFrameLocks noGrp="1"/>
          </p:cNvGraphicFramePr>
          <p:nvPr>
            <p:ph idx="1"/>
            <p:extLst>
              <p:ext uri="{D42A27DB-BD31-4B8C-83A1-F6EECF244321}">
                <p14:modId xmlns:p14="http://schemas.microsoft.com/office/powerpoint/2010/main" val="697106204"/>
              </p:ext>
            </p:extLst>
          </p:nvPr>
        </p:nvGraphicFramePr>
        <p:xfrm>
          <a:off x="820520" y="2442575"/>
          <a:ext cx="9875838" cy="2809318"/>
        </p:xfrm>
        <a:graphic>
          <a:graphicData uri="http://schemas.openxmlformats.org/drawingml/2006/table">
            <a:tbl>
              <a:tblPr/>
              <a:tblGrid>
                <a:gridCol w="3291946">
                  <a:extLst>
                    <a:ext uri="{9D8B030D-6E8A-4147-A177-3AD203B41FA5}">
                      <a16:colId xmlns:a16="http://schemas.microsoft.com/office/drawing/2014/main" val="2382199224"/>
                    </a:ext>
                  </a:extLst>
                </a:gridCol>
                <a:gridCol w="3291946">
                  <a:extLst>
                    <a:ext uri="{9D8B030D-6E8A-4147-A177-3AD203B41FA5}">
                      <a16:colId xmlns:a16="http://schemas.microsoft.com/office/drawing/2014/main" val="1506424739"/>
                    </a:ext>
                  </a:extLst>
                </a:gridCol>
                <a:gridCol w="3291946">
                  <a:extLst>
                    <a:ext uri="{9D8B030D-6E8A-4147-A177-3AD203B41FA5}">
                      <a16:colId xmlns:a16="http://schemas.microsoft.com/office/drawing/2014/main" val="891321506"/>
                    </a:ext>
                  </a:extLst>
                </a:gridCol>
              </a:tblGrid>
              <a:tr h="801717">
                <a:tc>
                  <a:txBody>
                    <a:bodyPr/>
                    <a:lstStyle/>
                    <a:p>
                      <a:pPr>
                        <a:buNone/>
                      </a:pPr>
                      <a:r>
                        <a:rPr lang="en-US" sz="1800" b="1"/>
                        <a:t>Model</a:t>
                      </a:r>
                      <a:endParaRPr lang="en-US" sz="1800"/>
                    </a:p>
                  </a:txBody>
                  <a:tcPr marL="90437" marR="90437" marT="45218" marB="45218" anchor="ctr">
                    <a:lnL>
                      <a:noFill/>
                    </a:lnL>
                    <a:lnR>
                      <a:noFill/>
                    </a:lnR>
                    <a:lnT>
                      <a:noFill/>
                    </a:lnT>
                    <a:lnB>
                      <a:noFill/>
                    </a:lnB>
                    <a:noFill/>
                  </a:tcPr>
                </a:tc>
                <a:tc>
                  <a:txBody>
                    <a:bodyPr/>
                    <a:lstStyle/>
                    <a:p>
                      <a:pPr>
                        <a:buNone/>
                      </a:pPr>
                      <a:r>
                        <a:rPr lang="en-US" sz="1800" b="1"/>
                        <a:t>Type</a:t>
                      </a:r>
                      <a:endParaRPr lang="en-US" sz="1800"/>
                    </a:p>
                  </a:txBody>
                  <a:tcPr marL="90437" marR="90437" marT="45218" marB="45218" anchor="ctr">
                    <a:lnL>
                      <a:noFill/>
                    </a:lnL>
                    <a:lnR>
                      <a:noFill/>
                    </a:lnR>
                    <a:lnT>
                      <a:noFill/>
                    </a:lnT>
                    <a:lnB>
                      <a:noFill/>
                    </a:lnB>
                    <a:noFill/>
                  </a:tcPr>
                </a:tc>
                <a:tc>
                  <a:txBody>
                    <a:bodyPr/>
                    <a:lstStyle/>
                    <a:p>
                      <a:pPr>
                        <a:buNone/>
                      </a:pPr>
                      <a:r>
                        <a:rPr lang="en-US" sz="1800" b="1"/>
                        <a:t>Key Result</a:t>
                      </a:r>
                      <a:endParaRPr lang="en-US" sz="1800"/>
                    </a:p>
                  </a:txBody>
                  <a:tcPr marL="90437" marR="90437" marT="45218" marB="45218" anchor="ctr">
                    <a:lnL>
                      <a:noFill/>
                    </a:lnL>
                    <a:lnR>
                      <a:noFill/>
                    </a:lnR>
                    <a:lnT>
                      <a:noFill/>
                    </a:lnT>
                    <a:lnB>
                      <a:noFill/>
                    </a:lnB>
                    <a:noFill/>
                  </a:tcPr>
                </a:tc>
                <a:extLst>
                  <a:ext uri="{0D108BD9-81ED-4DB2-BD59-A6C34878D82A}">
                    <a16:rowId xmlns:a16="http://schemas.microsoft.com/office/drawing/2014/main" val="3382467755"/>
                  </a:ext>
                </a:extLst>
              </a:tr>
              <a:tr h="2007601">
                <a:tc>
                  <a:txBody>
                    <a:bodyPr/>
                    <a:lstStyle/>
                    <a:p>
                      <a:pPr>
                        <a:buNone/>
                      </a:pPr>
                      <a:r>
                        <a:rPr lang="en-US" sz="1800" dirty="0" err="1"/>
                        <a:t>Apriori</a:t>
                      </a:r>
                      <a:endParaRPr lang="en-US" sz="1800" dirty="0"/>
                    </a:p>
                  </a:txBody>
                  <a:tcPr marL="90437" marR="90437" marT="45218" marB="45218" anchor="ctr">
                    <a:lnL>
                      <a:noFill/>
                    </a:lnL>
                    <a:lnR>
                      <a:noFill/>
                    </a:lnR>
                    <a:lnT>
                      <a:noFill/>
                    </a:lnT>
                    <a:lnB>
                      <a:noFill/>
                    </a:lnB>
                    <a:noFill/>
                  </a:tcPr>
                </a:tc>
                <a:tc>
                  <a:txBody>
                    <a:bodyPr/>
                    <a:lstStyle/>
                    <a:p>
                      <a:pPr>
                        <a:buNone/>
                      </a:pPr>
                      <a:r>
                        <a:rPr lang="en-US" sz="1800"/>
                        <a:t>Association</a:t>
                      </a:r>
                    </a:p>
                  </a:txBody>
                  <a:tcPr marL="90437" marR="90437" marT="45218" marB="45218" anchor="ctr">
                    <a:lnL>
                      <a:noFill/>
                    </a:lnL>
                    <a:lnR>
                      <a:noFill/>
                    </a:lnR>
                    <a:lnT>
                      <a:noFill/>
                    </a:lnT>
                    <a:lnB>
                      <a:noFill/>
                    </a:lnB>
                    <a:noFill/>
                  </a:tcPr>
                </a:tc>
                <a:tc>
                  <a:txBody>
                    <a:bodyPr/>
                    <a:lstStyle/>
                    <a:p>
                      <a:pPr>
                        <a:buNone/>
                      </a:pPr>
                      <a:r>
                        <a:rPr lang="en-US" sz="1800" dirty="0"/>
                        <a:t>Support = 0.10, Confidence = 0.90, Lift = 1.27 → Strong rule: </a:t>
                      </a:r>
                      <a:r>
                        <a:rPr lang="en-US" sz="1800" i="1" dirty="0"/>
                        <a:t>Biscuits → Bread &amp; Cake</a:t>
                      </a:r>
                      <a:endParaRPr lang="en-US" sz="1800" dirty="0"/>
                    </a:p>
                  </a:txBody>
                  <a:tcPr marL="90437" marR="90437" marT="45218" marB="45218" anchor="ctr">
                    <a:lnL>
                      <a:noFill/>
                    </a:lnL>
                    <a:lnR>
                      <a:noFill/>
                    </a:lnR>
                    <a:lnT>
                      <a:noFill/>
                    </a:lnT>
                    <a:lnB>
                      <a:noFill/>
                    </a:lnB>
                    <a:noFill/>
                  </a:tcPr>
                </a:tc>
                <a:extLst>
                  <a:ext uri="{0D108BD9-81ED-4DB2-BD59-A6C34878D82A}">
                    <a16:rowId xmlns:a16="http://schemas.microsoft.com/office/drawing/2014/main" val="373180665"/>
                  </a:ext>
                </a:extLst>
              </a:tr>
            </a:tbl>
          </a:graphicData>
        </a:graphic>
      </p:graphicFrame>
    </p:spTree>
    <p:extLst>
      <p:ext uri="{BB962C8B-B14F-4D97-AF65-F5344CB8AC3E}">
        <p14:creationId xmlns:p14="http://schemas.microsoft.com/office/powerpoint/2010/main" val="75219873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Title 1">
            <a:extLst>
              <a:ext uri="{FF2B5EF4-FFF2-40B4-BE49-F238E27FC236}">
                <a16:creationId xmlns:a16="http://schemas.microsoft.com/office/drawing/2014/main" id="{04A5CC11-40CD-F28F-143D-3C497EECC2DE}"/>
              </a:ext>
            </a:extLst>
          </p:cNvPr>
          <p:cNvSpPr>
            <a:spLocks noGrp="1"/>
          </p:cNvSpPr>
          <p:nvPr>
            <p:ph type="title"/>
          </p:nvPr>
        </p:nvSpPr>
        <p:spPr>
          <a:xfrm>
            <a:off x="731520" y="704088"/>
            <a:ext cx="2916936" cy="2916936"/>
          </a:xfrm>
        </p:spPr>
        <p:txBody>
          <a:bodyPr anchor="t">
            <a:normAutofit/>
          </a:bodyPr>
          <a:lstStyle/>
          <a:p>
            <a:r>
              <a:rPr lang="en-US"/>
              <a:t>Conclusion</a:t>
            </a:r>
          </a:p>
        </p:txBody>
      </p:sp>
      <p:graphicFrame>
        <p:nvGraphicFramePr>
          <p:cNvPr id="13" name="Content Placeholder 2">
            <a:extLst>
              <a:ext uri="{FF2B5EF4-FFF2-40B4-BE49-F238E27FC236}">
                <a16:creationId xmlns:a16="http://schemas.microsoft.com/office/drawing/2014/main" id="{CCD4C137-65EF-0E74-6853-0BC0E236FC8D}"/>
              </a:ext>
            </a:extLst>
          </p:cNvPr>
          <p:cNvGraphicFramePr>
            <a:graphicFrameLocks noGrp="1"/>
          </p:cNvGraphicFramePr>
          <p:nvPr>
            <p:ph sz="quarter" idx="13"/>
            <p:extLst>
              <p:ext uri="{D42A27DB-BD31-4B8C-83A1-F6EECF244321}">
                <p14:modId xmlns:p14="http://schemas.microsoft.com/office/powerpoint/2010/main" val="470740797"/>
              </p:ext>
            </p:extLst>
          </p:nvPr>
        </p:nvGraphicFramePr>
        <p:xfrm>
          <a:off x="4588626" y="704088"/>
          <a:ext cx="7132320" cy="557784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15833147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01F1CA-E886-478D-DCC1-FCDABFE0475B}"/>
              </a:ext>
            </a:extLst>
          </p:cNvPr>
          <p:cNvSpPr>
            <a:spLocks noGrp="1"/>
          </p:cNvSpPr>
          <p:nvPr>
            <p:ph type="title"/>
          </p:nvPr>
        </p:nvSpPr>
        <p:spPr>
          <a:xfrm>
            <a:off x="391886" y="704088"/>
            <a:ext cx="3256570" cy="721884"/>
          </a:xfrm>
        </p:spPr>
        <p:txBody>
          <a:bodyPr/>
          <a:lstStyle/>
          <a:p>
            <a:r>
              <a:rPr lang="en-US" dirty="0"/>
              <a:t>CONCLUSION</a:t>
            </a:r>
          </a:p>
        </p:txBody>
      </p:sp>
      <p:sp>
        <p:nvSpPr>
          <p:cNvPr id="5" name="TextBox 4">
            <a:extLst>
              <a:ext uri="{FF2B5EF4-FFF2-40B4-BE49-F238E27FC236}">
                <a16:creationId xmlns:a16="http://schemas.microsoft.com/office/drawing/2014/main" id="{55CF9893-335D-3CDE-22B3-1F80B99AD743}"/>
              </a:ext>
            </a:extLst>
          </p:cNvPr>
          <p:cNvSpPr txBox="1"/>
          <p:nvPr/>
        </p:nvSpPr>
        <p:spPr>
          <a:xfrm>
            <a:off x="4732021" y="1425972"/>
            <a:ext cx="6093822" cy="923330"/>
          </a:xfrm>
          <a:prstGeom prst="rect">
            <a:avLst/>
          </a:prstGeom>
          <a:noFill/>
        </p:spPr>
        <p:txBody>
          <a:bodyPr wrap="square">
            <a:spAutoFit/>
          </a:bodyPr>
          <a:lstStyle/>
          <a:p>
            <a:pPr lvl="0">
              <a:lnSpc>
                <a:spcPct val="100000"/>
              </a:lnSpc>
            </a:pPr>
            <a:r>
              <a:rPr lang="en-US" b="1" dirty="0"/>
              <a:t>Multiple Linear Regression</a:t>
            </a:r>
            <a:r>
              <a:rPr lang="en-US" dirty="0"/>
              <a:t> on the </a:t>
            </a:r>
            <a:r>
              <a:rPr lang="en-US" i="1" dirty="0"/>
              <a:t>CPU dataset</a:t>
            </a:r>
            <a:r>
              <a:rPr lang="en-US" dirty="0"/>
              <a:t> showed a </a:t>
            </a:r>
            <a:r>
              <a:rPr lang="en-US" b="1" dirty="0"/>
              <a:t>strong correlation (0.90)</a:t>
            </a:r>
            <a:r>
              <a:rPr lang="en-US" dirty="0"/>
              <a:t> and improved prediction accuracy.</a:t>
            </a:r>
          </a:p>
        </p:txBody>
      </p:sp>
      <p:sp>
        <p:nvSpPr>
          <p:cNvPr id="7" name="TextBox 6">
            <a:extLst>
              <a:ext uri="{FF2B5EF4-FFF2-40B4-BE49-F238E27FC236}">
                <a16:creationId xmlns:a16="http://schemas.microsoft.com/office/drawing/2014/main" id="{F206AA5C-E0CD-03AF-9125-0AB288F103C4}"/>
              </a:ext>
            </a:extLst>
          </p:cNvPr>
          <p:cNvSpPr txBox="1"/>
          <p:nvPr/>
        </p:nvSpPr>
        <p:spPr>
          <a:xfrm>
            <a:off x="4732021" y="2523512"/>
            <a:ext cx="6093822" cy="646331"/>
          </a:xfrm>
          <a:prstGeom prst="rect">
            <a:avLst/>
          </a:prstGeom>
          <a:noFill/>
        </p:spPr>
        <p:txBody>
          <a:bodyPr wrap="square">
            <a:spAutoFit/>
          </a:bodyPr>
          <a:lstStyle/>
          <a:p>
            <a:pPr lvl="0">
              <a:lnSpc>
                <a:spcPct val="100000"/>
              </a:lnSpc>
            </a:pPr>
            <a:r>
              <a:rPr lang="en-US" b="1" dirty="0"/>
              <a:t>Logistic Regression</a:t>
            </a:r>
            <a:r>
              <a:rPr lang="en-US" dirty="0"/>
              <a:t> outperformed </a:t>
            </a:r>
            <a:r>
              <a:rPr lang="en-US" b="1" dirty="0"/>
              <a:t>Winnow</a:t>
            </a:r>
            <a:r>
              <a:rPr lang="en-US" dirty="0"/>
              <a:t> on the </a:t>
            </a:r>
            <a:r>
              <a:rPr lang="en-US" i="1" dirty="0"/>
              <a:t>Breast Cancer dataset</a:t>
            </a:r>
            <a:r>
              <a:rPr lang="en-US" dirty="0"/>
              <a:t>, offering more reliable classification.</a:t>
            </a:r>
          </a:p>
        </p:txBody>
      </p:sp>
      <p:sp>
        <p:nvSpPr>
          <p:cNvPr id="9" name="TextBox 8">
            <a:extLst>
              <a:ext uri="{FF2B5EF4-FFF2-40B4-BE49-F238E27FC236}">
                <a16:creationId xmlns:a16="http://schemas.microsoft.com/office/drawing/2014/main" id="{D57D20B3-7C0B-9D59-2C30-88B83760C0FD}"/>
              </a:ext>
            </a:extLst>
          </p:cNvPr>
          <p:cNvSpPr txBox="1"/>
          <p:nvPr/>
        </p:nvSpPr>
        <p:spPr>
          <a:xfrm>
            <a:off x="4732021" y="3226492"/>
            <a:ext cx="6093822" cy="923330"/>
          </a:xfrm>
          <a:prstGeom prst="rect">
            <a:avLst/>
          </a:prstGeom>
          <a:noFill/>
        </p:spPr>
        <p:txBody>
          <a:bodyPr wrap="square">
            <a:spAutoFit/>
          </a:bodyPr>
          <a:lstStyle/>
          <a:p>
            <a:pPr lvl="0">
              <a:lnSpc>
                <a:spcPct val="100000"/>
              </a:lnSpc>
            </a:pPr>
            <a:r>
              <a:rPr lang="en-US" b="1" dirty="0" err="1"/>
              <a:t>Apriori</a:t>
            </a:r>
            <a:r>
              <a:rPr lang="en-US" dirty="0"/>
              <a:t> effectively uncovered </a:t>
            </a:r>
            <a:r>
              <a:rPr lang="en-US" b="1" dirty="0"/>
              <a:t>meaningful association rules</a:t>
            </a:r>
            <a:r>
              <a:rPr lang="en-US" dirty="0"/>
              <a:t> (</a:t>
            </a:r>
            <a:r>
              <a:rPr lang="en-US" i="1" dirty="0"/>
              <a:t>Biscuits → Bread &amp; Cake</a:t>
            </a:r>
            <a:r>
              <a:rPr lang="en-US" dirty="0"/>
              <a:t>, 92% confidence, Lift 1.27).</a:t>
            </a:r>
          </a:p>
        </p:txBody>
      </p:sp>
      <p:sp>
        <p:nvSpPr>
          <p:cNvPr id="11" name="TextBox 10">
            <a:extLst>
              <a:ext uri="{FF2B5EF4-FFF2-40B4-BE49-F238E27FC236}">
                <a16:creationId xmlns:a16="http://schemas.microsoft.com/office/drawing/2014/main" id="{2FEA66DC-76F3-F998-A505-6811B135611B}"/>
              </a:ext>
            </a:extLst>
          </p:cNvPr>
          <p:cNvSpPr txBox="1"/>
          <p:nvPr/>
        </p:nvSpPr>
        <p:spPr>
          <a:xfrm>
            <a:off x="4732021" y="4149822"/>
            <a:ext cx="6093822" cy="923330"/>
          </a:xfrm>
          <a:prstGeom prst="rect">
            <a:avLst/>
          </a:prstGeom>
          <a:noFill/>
        </p:spPr>
        <p:txBody>
          <a:bodyPr wrap="square">
            <a:spAutoFit/>
          </a:bodyPr>
          <a:lstStyle/>
          <a:p>
            <a:pPr>
              <a:buNone/>
            </a:pPr>
            <a:r>
              <a:rPr lang="en-US" b="1" dirty="0"/>
              <a:t>Decision Tree (ID3) outperformed Prism</a:t>
            </a:r>
            <a:r>
              <a:rPr lang="en-US" dirty="0"/>
              <a:t> on the </a:t>
            </a:r>
            <a:r>
              <a:rPr lang="en-US" i="1" dirty="0" err="1"/>
              <a:t>weather.nominal</a:t>
            </a:r>
            <a:r>
              <a:rPr lang="en-US" dirty="0"/>
              <a:t> dataset, delivering higher accuracy and better class balance for reliable prediction.</a:t>
            </a:r>
          </a:p>
        </p:txBody>
      </p:sp>
      <p:sp>
        <p:nvSpPr>
          <p:cNvPr id="13" name="TextBox 12">
            <a:extLst>
              <a:ext uri="{FF2B5EF4-FFF2-40B4-BE49-F238E27FC236}">
                <a16:creationId xmlns:a16="http://schemas.microsoft.com/office/drawing/2014/main" id="{0E42B48B-585C-F7CA-6D74-41144C3CD275}"/>
              </a:ext>
            </a:extLst>
          </p:cNvPr>
          <p:cNvSpPr txBox="1"/>
          <p:nvPr/>
        </p:nvSpPr>
        <p:spPr>
          <a:xfrm>
            <a:off x="4732021" y="5215967"/>
            <a:ext cx="6093822" cy="923330"/>
          </a:xfrm>
          <a:prstGeom prst="rect">
            <a:avLst/>
          </a:prstGeom>
          <a:noFill/>
        </p:spPr>
        <p:txBody>
          <a:bodyPr wrap="square">
            <a:spAutoFit/>
          </a:bodyPr>
          <a:lstStyle/>
          <a:p>
            <a:pPr lvl="0">
              <a:lnSpc>
                <a:spcPct val="100000"/>
              </a:lnSpc>
            </a:pPr>
            <a:r>
              <a:rPr lang="en-US" b="1" dirty="0"/>
              <a:t>Clustering models</a:t>
            </a:r>
            <a:r>
              <a:rPr lang="en-US" dirty="0"/>
              <a:t> (K-Means, Cobweb, Hierarchical) successfully grouped </a:t>
            </a:r>
            <a:r>
              <a:rPr lang="en-US" i="1" dirty="0"/>
              <a:t>Iris species</a:t>
            </a:r>
            <a:r>
              <a:rPr lang="en-US" dirty="0"/>
              <a:t>, confirming natural data structure.</a:t>
            </a:r>
          </a:p>
        </p:txBody>
      </p:sp>
      <p:sp>
        <p:nvSpPr>
          <p:cNvPr id="17" name="TextBox 16">
            <a:extLst>
              <a:ext uri="{FF2B5EF4-FFF2-40B4-BE49-F238E27FC236}">
                <a16:creationId xmlns:a16="http://schemas.microsoft.com/office/drawing/2014/main" id="{95FB7CED-FDAF-9973-869A-90FC96361026}"/>
              </a:ext>
            </a:extLst>
          </p:cNvPr>
          <p:cNvSpPr txBox="1"/>
          <p:nvPr/>
        </p:nvSpPr>
        <p:spPr>
          <a:xfrm>
            <a:off x="4732021" y="375734"/>
            <a:ext cx="6093822" cy="923330"/>
          </a:xfrm>
          <a:prstGeom prst="rect">
            <a:avLst/>
          </a:prstGeom>
          <a:noFill/>
        </p:spPr>
        <p:txBody>
          <a:bodyPr wrap="square">
            <a:spAutoFit/>
          </a:bodyPr>
          <a:lstStyle/>
          <a:p>
            <a:pPr lvl="0">
              <a:lnSpc>
                <a:spcPct val="100000"/>
              </a:lnSpc>
            </a:pPr>
            <a:r>
              <a:rPr lang="en-US" b="1" dirty="0"/>
              <a:t>Naïve Bayes and IB1</a:t>
            </a:r>
            <a:r>
              <a:rPr lang="en-US" dirty="0"/>
              <a:t> achieved the </a:t>
            </a:r>
            <a:r>
              <a:rPr lang="en-US" b="1" dirty="0"/>
              <a:t>highest accuracy (~96%)</a:t>
            </a:r>
            <a:r>
              <a:rPr lang="en-US" dirty="0"/>
              <a:t> on the </a:t>
            </a:r>
            <a:r>
              <a:rPr lang="en-US" i="1" dirty="0"/>
              <a:t>Iris dataset</a:t>
            </a:r>
            <a:r>
              <a:rPr lang="en-US" dirty="0"/>
              <a:t>, proving strong class separability.</a:t>
            </a:r>
          </a:p>
        </p:txBody>
      </p:sp>
      <p:sp>
        <p:nvSpPr>
          <p:cNvPr id="19" name="TextBox 18">
            <a:extLst>
              <a:ext uri="{FF2B5EF4-FFF2-40B4-BE49-F238E27FC236}">
                <a16:creationId xmlns:a16="http://schemas.microsoft.com/office/drawing/2014/main" id="{AA02A44C-B1A2-3BD5-279B-57B545B8A8FC}"/>
              </a:ext>
            </a:extLst>
          </p:cNvPr>
          <p:cNvSpPr txBox="1"/>
          <p:nvPr/>
        </p:nvSpPr>
        <p:spPr>
          <a:xfrm>
            <a:off x="264524" y="2476210"/>
            <a:ext cx="3798025" cy="1477328"/>
          </a:xfrm>
          <a:prstGeom prst="rect">
            <a:avLst/>
          </a:prstGeom>
          <a:noFill/>
        </p:spPr>
        <p:txBody>
          <a:bodyPr wrap="square">
            <a:spAutoFit/>
          </a:bodyPr>
          <a:lstStyle/>
          <a:p>
            <a:pPr lvl="0">
              <a:lnSpc>
                <a:spcPct val="100000"/>
              </a:lnSpc>
            </a:pPr>
            <a:r>
              <a:rPr lang="en-US" b="1" dirty="0"/>
              <a:t>Overall Insight:</a:t>
            </a:r>
            <a:br>
              <a:rPr lang="en-US" dirty="0"/>
            </a:br>
            <a:r>
              <a:rPr lang="en-US" dirty="0"/>
              <a:t>Different models excel in different domains — WEKA demonstrates that </a:t>
            </a:r>
            <a:r>
              <a:rPr lang="en-US" b="1" dirty="0"/>
              <a:t>model selection depends on dataset type and objective</a:t>
            </a:r>
            <a:r>
              <a:rPr lang="en-US" dirty="0"/>
              <a:t>.</a:t>
            </a:r>
          </a:p>
        </p:txBody>
      </p:sp>
    </p:spTree>
    <p:extLst>
      <p:ext uri="{BB962C8B-B14F-4D97-AF65-F5344CB8AC3E}">
        <p14:creationId xmlns:p14="http://schemas.microsoft.com/office/powerpoint/2010/main" val="3937272020"/>
      </p:ext>
    </p:extLst>
  </p:cSld>
  <p:clrMapOvr>
    <a:masterClrMapping/>
  </p:clrMapOvr>
</p:sld>
</file>

<file path=ppt/theme/theme1.xml><?xml version="1.0" encoding="utf-8"?>
<a:theme xmlns:a="http://schemas.openxmlformats.org/drawingml/2006/main" name="GradientRise">
  <a:themeElements>
    <a:clrScheme name="GradientRise">
      <a:dk1>
        <a:sysClr val="windowText" lastClr="000000"/>
      </a:dk1>
      <a:lt1>
        <a:srgbClr val="FFFFFF"/>
      </a:lt1>
      <a:dk2>
        <a:srgbClr val="3C0F3A"/>
      </a:dk2>
      <a:lt2>
        <a:srgbClr val="F1F2F2"/>
      </a:lt2>
      <a:accent1>
        <a:srgbClr val="A6025C"/>
      </a:accent1>
      <a:accent2>
        <a:srgbClr val="92248E"/>
      </a:accent2>
      <a:accent3>
        <a:srgbClr val="DE95C4"/>
      </a:accent3>
      <a:accent4>
        <a:srgbClr val="FE4A00"/>
      </a:accent4>
      <a:accent5>
        <a:srgbClr val="DA002F"/>
      </a:accent5>
      <a:accent6>
        <a:srgbClr val="FF907A"/>
      </a:accent6>
      <a:hlink>
        <a:srgbClr val="CA71E4"/>
      </a:hlink>
      <a:folHlink>
        <a:srgbClr val="E45E49"/>
      </a:folHlink>
    </a:clrScheme>
    <a:fontScheme name="Custom 3">
      <a:majorFont>
        <a:latin typeface="Avenir Next LT Pro"/>
        <a:ea typeface=""/>
        <a:cs typeface=""/>
      </a:majorFont>
      <a:minorFont>
        <a:latin typeface="Avenir Next LT Pro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GradientRise" id="{FF74CFCA-15A8-4A19-8791-A4B07AC19AED}" vid="{4F1DA30D-FBF7-47F9-8AB5-ACED5332D3E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2600</TotalTime>
  <Words>2642</Words>
  <Application>Microsoft Office PowerPoint</Application>
  <PresentationFormat>Widescreen</PresentationFormat>
  <Paragraphs>359</Paragraphs>
  <Slides>44</Slides>
  <Notes>3</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44</vt:i4>
      </vt:variant>
    </vt:vector>
  </HeadingPairs>
  <TitlesOfParts>
    <vt:vector size="55" baseType="lpstr">
      <vt:lpstr>Aptos</vt:lpstr>
      <vt:lpstr>Arial</vt:lpstr>
      <vt:lpstr>Arialvenir Next LT Pro (Headings)</vt:lpstr>
      <vt:lpstr>Avenir Next LT Pro</vt:lpstr>
      <vt:lpstr>Avenir Next LT Pro (Headings)</vt:lpstr>
      <vt:lpstr>Avenir Next LT Pro Light</vt:lpstr>
      <vt:lpstr>Avenir Next LT Pro Light (Body)</vt:lpstr>
      <vt:lpstr>Cambria Math</vt:lpstr>
      <vt:lpstr>Neue Haas Grotesk Text Pro</vt:lpstr>
      <vt:lpstr>Wingdings</vt:lpstr>
      <vt:lpstr>GradientRise</vt:lpstr>
      <vt:lpstr>Data Mining - CS619 73624 </vt:lpstr>
      <vt:lpstr>Objective &amp; Tools</vt:lpstr>
      <vt:lpstr>Workflow</vt:lpstr>
      <vt:lpstr>OneR (One Rule)</vt:lpstr>
      <vt:lpstr>PowerPoint Presentation</vt:lpstr>
      <vt:lpstr>PowerPoint Presentation</vt:lpstr>
      <vt:lpstr>ROC SUMMARY</vt:lpstr>
      <vt:lpstr>Naive Bayes Family</vt:lpstr>
      <vt:lpstr>Simple Naïve Bayes</vt:lpstr>
      <vt:lpstr>Naïve bayes Multinomial</vt:lpstr>
      <vt:lpstr>Naïve Bayes Multinomial text</vt:lpstr>
      <vt:lpstr>Naïve Bayes Updateable</vt:lpstr>
      <vt:lpstr>ROC CURVE COMPARISON</vt:lpstr>
      <vt:lpstr>ROC summary</vt:lpstr>
      <vt:lpstr>Decision Tree (ID3)</vt:lpstr>
      <vt:lpstr>Decision Rule PRISM</vt:lpstr>
      <vt:lpstr>Apriori (Association Rule)</vt:lpstr>
      <vt:lpstr>PowerPoint Presentation</vt:lpstr>
      <vt:lpstr>Linear Models</vt:lpstr>
      <vt:lpstr>Simple linear regression </vt:lpstr>
      <vt:lpstr>Plot representing simple linear regression</vt:lpstr>
      <vt:lpstr>Multiple Regression</vt:lpstr>
      <vt:lpstr>Plot representing Multiple linear regression</vt:lpstr>
      <vt:lpstr>Logistic Regression</vt:lpstr>
      <vt:lpstr>Winnow Model </vt:lpstr>
      <vt:lpstr>ROC – LOGISTIC VS WINNOW MODELS</vt:lpstr>
      <vt:lpstr>ROC SUMMARY</vt:lpstr>
      <vt:lpstr>Metrics Comparison – Logistic Vs Winnow model</vt:lpstr>
      <vt:lpstr>Instance-Based Learning (IB1)</vt:lpstr>
      <vt:lpstr>Clustering Models</vt:lpstr>
      <vt:lpstr>SIMPLEK MEANS</vt:lpstr>
      <vt:lpstr>PowerPoint Presentation</vt:lpstr>
      <vt:lpstr>hierarchical</vt:lpstr>
      <vt:lpstr>ROC COMPARISON</vt:lpstr>
      <vt:lpstr>ROC SUMMARY</vt:lpstr>
      <vt:lpstr>Multi-Instance Learning</vt:lpstr>
      <vt:lpstr>PowerPoint Presentation</vt:lpstr>
      <vt:lpstr>ACCURACY SUMMARY BY DATASETS</vt:lpstr>
      <vt:lpstr>ACCURACY SUMMARY BY DATASETS Iris Dataset (Classification &amp; Clustering) </vt:lpstr>
      <vt:lpstr>CPU Dataset (Regression)</vt:lpstr>
      <vt:lpstr>Breast Cancer Dataset (Binary Classification)</vt:lpstr>
      <vt:lpstr>Supermarket Dataset (Association Rule Mining)</vt:lpstr>
      <vt:lpstr>Conclusion</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Mohamed Jamaludeen Hussain</dc:creator>
  <cp:lastModifiedBy>M Sham</cp:lastModifiedBy>
  <cp:revision>18</cp:revision>
  <dcterms:created xsi:type="dcterms:W3CDTF">2025-10-08T17:04:53Z</dcterms:created>
  <dcterms:modified xsi:type="dcterms:W3CDTF">2026-01-05T10:16:06Z</dcterms:modified>
</cp:coreProperties>
</file>